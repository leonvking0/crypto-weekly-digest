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本周加密市场经历了“过山车”行情。周初因SEC/CFTC联合监管指引及机构买盘推动BTC反弹至$76K六周新高，但周六因中东地缘政治危机（霍尔木兹海峡局势升级、原油突破$110）触发闪崩，BTC回落至$68.8K。
关键背景：
1. 美联储维持利率不变（3.50-3.75%），CPI持续2.4%，降息预期落空
2. 恐惧贪婪指数跌至10（极度恐惧），为2024年以来最低水平
3. 本周清算超$10亿，85%为多头仓位
4. 尽管短期波动剧烈，监管端的重大突破（SEC/CFTC联合指引明确18种代币为数字商品）为中长期奠定了极为积极的基础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市场概览深度分析：
1. BTC本周经历了典型的“洗盘”行情。周初因监管利好推动至$76K六周新高，但机构买盘以2.8倍新供应速度吸收的同时，ETF在周三却出现$2.19亿净流出，显示机构短期分歧。
2. ETH表现相对抗跌（-0.6%），主要因为“Glamsterdam”升级预期提供支撑，以及SEC明确将ETH归类为“数字商品”而非证券。
3. 恐惧贪婪指数跌至10（极度恐惧）是2024年以来最低水平，历史上极度恐惧区间往往是中长期购买机会。
4. 本周$438M代币解锁加剧了卖压，包括ASTER($55.9M)、LayerZero($50.3M)、Lombard($34.8M)等。
5. 但也有积极信号：Metaplanet募集$2.55亿用于增持BTC，Bullish报告持有量达24,400 BTC（~$16.7亿），企业购买速度达新供应的3倍。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本周要闻深度分析：
1. 霍尔木兹海峡闪崩：这是典型的地缘政治黑天鹅事件。特朗普对霍尔木兹海峡发出最后通碝，原油升至$110/桶，触发全球风险资产抛售。BTC从$76K暴跌至$68.2K，24小时内清算超$10亿，85%为多头。这显示加密市场对地缘政治风险的敏感度依然很高，但也可能提供了“恐慈贪婪”的买入机会。
2. SEC/CFTC联合指引：这是美国加密监管最重要的突破之一。68页文件明确将BTC、ETH、SOL、XRP等18种代币归类为“数字商品”，并确认挖矿、质押、空投和包装代币不构成证券交易。这从根本上结束了美国“执法式监管”时代，为机构入场扫清了最大障碍。
3. L1/L2方面，Base的主导地位继续强化（46% TVL + 60%费用收入），显示消费级应用的聚集效应。Solana的Alpenglow升级若能将最终性降至100-150ms，将进一步巩固其在高频交易场景的竞争优势。
4. DeFi/Perp DEX方面，Hyperliquid获得S&amp;P 500官方授权是里程碑事件，这是传统股指首次在DEX上合规交易。DEX占全球永续合约市场份额达20%，这一结构性转变正在加速。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监管与投融资深度分析：
1. SEC/CFTC联合指引是美国加密监管史上的分水岭。这份68页文件建立了五类数字资产分类法，明确将BTC、ETH、SOL、XRP等18种代币归类为“数字商品”。这意味着：
   - 结束了“执法式监管”时代，为机构入场扫清了最大法律障碍
   - 质押、挖矿、空投、包装代币明确不构成证券交易
   - 为ETF、机构托管等产品铺平道路
2. CFTC自托管钱包无行动函同样重要，确立了自托管的法律权利，确保钱包开发者不会被当作金融中介监管。
3. 但监管环境并非全面利好。预测市场面临州级监管反对：亚利桑那州对Kalshi提起刑事指控、内华达州发布临时禁令、阿根廷封锁Polymarket。这显示联邦与州级监管的冲突正在加剧。
4. 投融资方面，Kalshi的$10亿融资是本周最大亮点，估值$220亿显示预测市场赛道的巨大潜力。Backpack的TGE模式创新（质押代币可转股权）值得关注，这是代币与股权融合的新尝试。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安全事件与热点赛道深度分析：
1. 安全事件：本周总损失~$31.7M，以Resolv Labs $25M最为严重。USR稳定币铸造漏洞导致攻击者将200K USDC转为$25M USR，稳定币脱锨达80%。这再次警示新型稳定币协议的智能合约风险。Bitrefill事件确认为朴鲜 Lazarus Group 所为，显示国家级黑客组织对加密行业的威胁持续存在。
2. AI×Crypto：本周最大亮点是Bittensor成功完成72B参数模型的去中心化训练，这是去中心化AI训练规模的历史性突破。70个全球贡献者使用商品硬件完成，证明了去中心化计算的可行性。Grayscale提交TAO ETP申请是机构化的重要信号。Akash的BME硬分叉引入永久性代币销毁机制，使代币供应与网络使用直接挂钩。
3. 预测市场：Polymarket与MLB的$1.5亿独家合作是历史性里程碑，这是预测市场与主流体育的首次深度融合。但同时多州监管反对（亚利桑那州刑事指控、内华达临时禁令、阿根廷封锁）显示赛道的合规风险仍在。联邦与州的管辖权之争可能成为影响赛道发展的关键变量。
4. 稳定币：USDC年度转账量超越USDT是重要转折点，反映监管合规性对机构用户的重要性。Ethena收益压缩至3.5%左右值得关注，因为这反映了当前负资金费率环境对USDe模式的压力。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未来催化剂与展望深度分析：
1. Backpack TGE（3/23）是本周最值得关注的事件，作为持仓资产需密切跟踪。其“质押代币可转股权”模式是代币与股权融合的创新尝试，可能引发行业效仿。
2. CLARITY法案若在4/3签署，将是美国加密监管最重要的立法里程碑之一，为数字资产的商品vs证券归类提供明确法律定义。这将直接影响全市场。
3. EthCC 9 (Cannes)是欧洲最大的以太坊会议，历史上常有重大技术和生态系统公告。结合Glamsterdam升级预期，可能对ETH价格产生积极影响。
4. 组合管理角度：
   - PENDLE: TVL突破$40亿是重要里程碑，但价格下跌6.4%显示短期市场情绪负面
   - ENA: sUSDe收益压缩至3.5%是关键风险信号，因为负资金费率环境直接压缩了USDe模式的收益空间
   - HYPE: Grayscale提交ETF申请是中长期重大利好，但需观察审批进度
   - 中东地缘危机后续演变是最大不确定性因素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2026年3月16日 — 3月22日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数据来源：Messari · The Block · CoinGecko · DefiLlama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市场概览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$68,811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-3.9%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$2,082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-0.6%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恐惧贪婪指数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极度恐惧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3716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周涨跌幅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$87.49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 ETF AUM稁$10亿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Grayscale提交HYPE ETF申请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TVL达$40亿里程碑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sUSDe动态解质押期调整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关停16个低活跃市场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宏观驱动：美联储维持利率不变(3.50-3.75%)，中东地缘危机升级原油突破$110触发周六闪崩；BTC从$76K暴跌至$68.8K，24h清算$10亿+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2026.03.16–03.22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本周要闻 &amp; 行业动态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本周要闻 TOP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“霍尔木兹海峡”闪崩与$10亿清算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BTC从$76K暴跌至$68.2K，原油$110触发恐慈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SEC/CFTC联合监管指引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18种代币明确为“数字商品”，结束监管模糊地带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不丹主权基金转出$7200万BTC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Arkham链上数据显示主权级持仓变动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236976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第2000万枚BTC被挖出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仅剩100万枚待挖，BTC主导率稳守57%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895344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877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代币解锁创2026年新高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本月$60亿+，LayerZero $55.5M、Lombard $32.4M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 Chain主网创世上线，ZK隐私L1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Linea升级为Type-1 zkEVM，100% EVM兼容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Base占L2 TVL 46%、费用收入&gt;60%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Alpenglow进入最终测试，RWA突破$17亿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永续合约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Pendle TVL $40亿、累计交易量$100亿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DEX占全球永续合约市场份额达20%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Hyperliquid原油单日$17.7亿，S&amp;P 500官方授权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v4 + Lido v3 重大升级上线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2026.03.16–03.22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监管政策 &amp; 投融资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SEC/CFTC联合指引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68页文件建立5类数字资产分类法，18种代币确认为数字商品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SEC创业公司安全港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给予加密项目融资和建设的宽限期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CFTC自托管钱包无行动函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非托管钱包不受传统金融中介监管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亚利桑那州对Kalshi提起刑事指控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20项轻罪指控，首次州级刑事执法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内华达州发布Kalshi临时禁令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14天禁止运营，联邦/州管辖权之争升级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投融资与并购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Kalshi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Coatue领投，估值$220亿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Cryptio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B轮，企业级数字资产会计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MetaComp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阿里巴巴参投，亚洲-中东支付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GSR收购Architech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M&amp;A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整合代币经济学和流动性策略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Backpack ($BP)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TGE 3/23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质押代币可转公司股权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108960"/>
            <a:ext cx="3749040" cy="640080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3108960"/>
            <a:ext cx="54864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Kalshi $10亿融资彰显预测市场赛道机构信心，但多州监管反对显示合规风险不容忽视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2026.03.16–03.22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安全事件 &amp; 热点赛道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安全事件  |  周损失: ~$31.7M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6459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损失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 Labs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USR铸造漏洞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Venus Protocol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价格操纵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 Protocol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定向安全漏洞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Bitrefill (Lazarus)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朴鲜黑客APT攻击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2004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USDC年度转账量超越USDT ($2.2T vs $1.3T)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稳定币总市值达$316B新高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Ethena sUSDe收益压缩至3.49-3.72% APY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8229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1234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Bittensor完成72B参数去中心化LLM训练，TAO周涨56%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Grayscale提交TAO现货ETP申请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 Network BME硬分叉，AKT涨20%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MoonPay+Ledger推出首个硬件签名器AI代理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269748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269748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31089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Polymarket与MLB签$1.5亿独家合作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Kalshi融资$10亿，估值$220亿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亚利桑那州提起刑事指控，内华达发临时禁令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阿根廷全国封锁Polymarket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2026.03.16–03.22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未来催化剂 &amp; 展望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1097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预期影响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Backpack ($BP) TGE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质押代币可转股权创新模式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Akash BME硬分叉上线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代币通缩+WASM支持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3/24-26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Asset Summit (NYC)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机构采用信号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3/30-4/2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EthCC 9 (Cannes)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欧洲最大ETH会议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CLARITY法案可能签署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商品vs证券法律定义里程碑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Uniswap费用开关实施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8条L2启动手续费收入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Polkadot 2.1.1升级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动态分配池，终止Treasury销毁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37560"/>
            <a:ext cx="54864" cy="1188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本周小结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市场情绪跌入“极度恐惧”（FGI=10），BTC从$76K闪崩至$68.8K。但监管端出现历史性突破（SEC/CFTC联合指引），中长期极为积极。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Backpack TGE (3/23)、HYPE ETF申请进展、Pendle TVL突破$40亿、ENA收益压缩需观察、中东地缘危机后续演变。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2026.03.16–03.22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加密市场周报 2026.03.16–03.22</dc:title>
  <dc:subject>PptxGenJS Presentation</dc:subject>
  <dc:creator>42</dc:creator>
  <cp:lastModifiedBy>42</cp:lastModifiedBy>
  <cp:revision>1</cp:revision>
  <dcterms:created xsi:type="dcterms:W3CDTF">2026-03-22T17:20:52Z</dcterms:created>
  <dcterms:modified xsi:type="dcterms:W3CDTF">2026-03-22T17:20:52Z</dcterms:modified>
</cp:coreProperties>
</file>