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weekly crypto market report covering February 20-27, 2026. This report is prepared for LP distribution and covers market performance, key developments, regulatory updates, security incidents, and upcoming catalysts. All price data sourced from CoinGecko API; news from Messari, The Block, CoinDesk, and other major outlets.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BTC traded in a $62,400-$70,000 range this week, ending roughly flat at $67,119 (+0.3%). ETH underperformed at -2.6%. Fear &amp; Greed Index at 13 signals extreme fear — the lowest since the FTX collapse era. Key macro event: US Supreme Court overturned executive tariff order on 2/20, providing a brief risk-on bounce. Alt performance was broadly negative with DYDX leading losses at -12.4%. Notable: HYPE has a major $316M contributor unlock on March 6 — a key risk for our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story: Block Inc. (Jack Dorsey) cutting 40% of workforce (~4,000 people) to pivot entirely to AI Agent workflows — a dramatic signal of AI replacing corporate functions at scale.
Uniswap's Fee Switch is a landmark moment for DeFi sustainability — first major protocol to activate revenue sharing with token holders across 8 L2s.
SEC token classification guidance submitted to White House is the most concrete step toward regulatory clarity we've seen. Combined with OCC's GENIUS Act framework for stablecoins ($5M minimum capital, no interest payments allowed), this week saw more regulatory progress than all of Q4 2025.
Aave hitting $1T cumulative lending is a DeFi milestone. Hyperliquid continues to dominate perp DEXes with $35.4B weekly volume. The structural shift of perp DEX market share from 2% to 10.2% in two years is a key thesis confirmation for our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Regulation: This was arguably the most significant regulatory week in recent memory. The SEC submitting token classification guidance to the White House signals we're moving from enforcement-by-litigation to actual rulemaking. The OCC GENIUS Act framework sets concrete requirements for stablecoin issuers — $5M minimum capital, no crypto-asset reserves, and crucially, no interest payments allowed. The no-interest provision is a key battleground between traditional banking and crypto lobbies.
Fundraising: Tether is the story here — $450M+ deployed across Whop (social commerce), Gold.com (digital gold), and Anchorage Digital (federal-chartered crypto bank at $4.2B valuation). This is a clear strategic diversification beyond stablecoins into the broader financial infrastructure stack. Flying Tulip's $206M token sale was the largest single raise of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Security: Total weekly losses of $21-26M — a relatively mild week with no mega-hacks. The Moonwell incident is notable because it was caused by AI-generated smart contract code — a new attack vector category that will likely grow as more protocols use AI for development.
AI x Crypto: Grayscale filing a TAO spot ETF is a first for decentralized AI compute networks and could unlock institutional capital into this narrative. Bitdeer's full pivot from BTC mining to AI compute infrastructure is a bellwether for the mining industry.
Prediction Markets: Polymarket's $7B monthly volume (7.5x YoY) shows the sector is exploding. Kalshi has actually overtaken Polymarket in monthly volume ($9.9B vs $7.9B) — the regulated venue is winning. ICE (Intercontinental Exchange) integrating Polymarket signals is a major institutional validation moment.
Stablecoins: $297.75B total market cap is near all-time highs. Visa x Stripe expanding stablecoin cards to 100+ countries is a massive distribution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Catalyst focus for next two weeks:
1. HYPE Contributor Unlock (3/6) — $316.6M is the largest single unlock event. This is directly relevant to our portfolio. HyperEVM mainnet on 3/1 could provide a positive narrative offset, but the unlock size is significant.
2. SUI and APT unlocks add aggregate supply pressure of ~$150M+ to the market in a fear-driven environment.
3. Polkadot's 53.6% emissions reduction is structurally bullish for DOT supply dynamics.
Overall assessment: Market is in a capitulation-adjacent zone with FGI at 13. Regulatory progress is real but hasn't catalyzed buying yet. The disconnect between improving fundamentals (Aave $1T, perp DEX growth, stablecoin adoption) and depressed sentiment suggests we're in a late-cycle fear phase. Maintain current positioning; the HYPE unlock on 3/6 is the primary near-term risk to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 – 27,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Messari · The Block · CoinGecko · CoinGlass · DefiLlama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Market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$67,119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$1,939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-2.6%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&amp; Greed Index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Fear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3716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 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$81.73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MCap ~$40B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 contributor unlock $316M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 performer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driver: US Supreme Court overturned executive tariff order on 2/20 → brief risk-on; overall sentiment remains in Extreme Fear.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2026.02.20–02.27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Top Stories &amp; Industry Developments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Inc. cuts 40%, pivots to AI ops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Dorsey replaces traditional structure with AI Agent workflows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Uniswap Fee Switch vote launched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L2 chains activate protocol fees; est. $27M annual 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token classification + OCC rules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Securities vs commodities clarity; stablecoin $5M min capital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236976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cumulative lending hits $1 trillion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assets also surpass $1B; DeFi credit leader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895344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877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 files TAO spot ETF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institutional vehicle for decentralized AI compute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MegaETH mainnet: 2.1M txns day 1, sub-10ms blocks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leaves OP Stack for custom architecture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RWA market cap breaks $15B (YoY +200%)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spot BTC ETFs: $1.1B net inflows in 3 days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Perp DEXes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Aave: $1T cumulative lending + $1B RWA milestone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TVL at $96.8B (-0.52%); Solana bucked trend +3.46%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weekly volume $35.4B, daily peak $6B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 DEX market share reaches 10.2% (was 2% in Jan 2024)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2026.02.20–02.27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Regulation &amp; Fundraising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&amp; Policy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Token Classification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submitted to White House; securities vs commodities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 GENIUS Act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min $5M capital; no interest payments allowed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CFTC Innovation Committee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35-member advisory; major Crypto/DeFi leaders included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Deadlock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interest payments: banking vs crypto divide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FCA Stablecoin Sandbox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 + 3 others selected; formal rules by end of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&amp; M&amp;A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920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Flying Tulip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Sale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Tether; val $1.6B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Gold.com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Tether; digital gold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 Inc.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$107M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Acquired by Nakamoto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Tether; val $4.2B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108960"/>
            <a:ext cx="3749040" cy="640080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3108960"/>
            <a:ext cx="54864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Tether deployed $450M+ this week, expanding from stablecoins into e-commerce, gold, and custody banking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2026.02.20–02.27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Security &amp; Sector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Incidents  |  Weekly Loss: ~$21M–$26M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5544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YieldBlox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 manipulation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IoTeX/ioTube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$4.4–9M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key leak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 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Mnemonic exposed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Moonwell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AI-generated code flaw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229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1234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 files TAO spot ETF — institutional DeMI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Bitdeer liquidates BTC treasury, pivots to AI compute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autonomous AI Agents surpass 11,000 (ERC-8004)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6974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69748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31089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daily peak $425M; monthly $7B (YoY 7.5x)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total: Kalshi $9.9B &gt; Polymarket $7.9B; industry $23.4B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integrates Polymarket signals; CFTC eyes regulation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2004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MCap $297.75B; USDT minted $1.6B on Tron in Feb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× Stripe stablecoin cards expand to 100+ countries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2026.02.20–02.27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Upcoming Catalysts &amp; Outlook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1097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HyperEVM Mainnet Launch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EVM smart contracts go live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 Token Unlock (53.82M tokens)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pressure ~$50M+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 Lisovo Hard Fork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optimization + cross-chain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Token Unlock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pressure $23M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 Contributor Unlock $316.6M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liquidity event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Polkadot Tokenomics Reform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Emissions cut 53.6%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 Token Unlock (11.31M tokens)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pressure ~$100M+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37560"/>
            <a:ext cx="54864" cy="1188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Summary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sentiment at Extreme Fear (FGI=13). BTC range-bound; alts broadly down. Positive regulatory signals (SEC classification, OCC stablecoin framework) have not yet translated into price action.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watches: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 HYPE $316M unlock (portfolio exposure), Tether’s strategic expansion pace, DeFi protocol revenue sustainability progress.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2026.02.20–02.27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Market Weekly Report — Feb 20-27, 2026</dc:title>
  <dc:subject>PptxGenJS Presentation</dc:subject>
  <dc:creator>42</dc:creator>
  <cp:lastModifiedBy>42</cp:lastModifiedBy>
  <cp:revision>1</cp:revision>
  <dcterms:created xsi:type="dcterms:W3CDTF">2026-03-08T18:06:54Z</dcterms:created>
  <dcterms:modified xsi:type="dcterms:W3CDTF">2026-03-08T18:06:54Z</dcterms:modified>
</cp:coreProperties>
</file>