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2026年2月20日 — 2月27日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CoinGlass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$1,939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-2.6%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周涨跌幅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市值 ~$40B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 解锁 $316M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跌幅领先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宏观驱动：美最高法院 2/20 推翻行政关税令 → 风险偏好短暂回暖；整体仍处“极度恐惧”区间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Inc. 裁员40%，全面转向AI运营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Dorsey 宣布以 AI Agent 替代传统企业架构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Uniswap Fee Switch 投票启动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8条L2激活协议费，预估年化 $27M 收入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代币分类 + OCC 稳定币规则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证券vs商品界限明确；稳定币最低$5M资本金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累计借贷量破 $1 万亿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RWA资产同步超$1B，DeFi信贷龙头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申报 TAO 现货 ETF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机构资金首次触及去中心化AI计算网络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MegaETH 主网上线：首日 210万笔交易，亚10ms出块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脱离 OP Stack，转向自研架构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链上市值破 $15B（YoY +200%）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ETF 三日净流入 $1.1B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借贷 $1T + RWA $1B 历史性里程碑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TVL $96.8B（-0.52%），Solana逆势+3.46%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周交易量 $35.4B，单日峰值 $6B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永续DEX市场份额达10.2%（2024年初仅2%）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代币分类指引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提交白宫，明确证券 vs 商品界限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 GENIUS Act 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稳定币最低$5M资本金，禁止付息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 创新顾问委员会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35人，涵盖主流Crypto/DeFi领袖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僵局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稳定币付息成银行业vs加密业分歧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英国FCA稳定币沙盒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Revolut等4家入选，2026年底出规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920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Flying Tulip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Sale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Tether投资, 估值$1.6B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Tether投资, 数字黄金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Inc.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Nakamoto收购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Tether投资, 估值$4.2B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08960"/>
            <a:ext cx="54864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 本周密集出手 $450M+，战略布局从稳定币延伸至电商、黄金、托管银行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 |  周损失: ~$21M–$26M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554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YieldBlox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预言机操纵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IoTeX/ioTube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$4.4–9M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私钥泄露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韩国国税厅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助记词泄露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Moonwell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AI代码缺陷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申报 TAO 现货ETF — 机构化去中心化ML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Bitdeer 清仓BTC，全力转向AI算力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链上自主AI Agent突破11,000个（ERC-8004）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1089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日峰值 $425M，月度 $7B（YoY ×7.5）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2月行业总量 $23.4B — Kalshi领先Polymarket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ICE整合Polymarket信号；CFTC拟纳入监管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$297.75B，USDT 2月Tron增发$1.6B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Visa×Stripe稳定币卡扩至100+国家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HyperEVM 主网上线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EVM智能合约启用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 Token Unlock (5382万枚)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 ~$50M+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 Lisovo 硬分叉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合约优化+跨链增强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Token Unlock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 $23M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 贡献者解锁 $316.6M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重大流动性事件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Polkadot 代币经济改革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减排53.6%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 Token Unlock (1131万枚)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 ~$100M+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市场情绪处于“极度恐惧”（FGI=13），BTC 窄幅震荡，山寨币普跌。监管端出现积极信号（SEC代币分类、OCC稳定币框架），但短期未转化为市场动力。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3/6 HYPE $316M 解锁（持仓相关）、Tether 战略扩张节奏、DeFi 协议收入可持续模型进展。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2026.02.20–02.27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2026.02.20–02.27</dc:title>
  <dc:subject>PptxGenJS Presentation</dc:subject>
  <dc:creator>42</dc:creator>
  <cp:lastModifiedBy>42</cp:lastModifiedBy>
  <cp:revision>1</cp:revision>
  <dcterms:created xsi:type="dcterms:W3CDTF">2026-03-08T17:45:41Z</dcterms:created>
  <dcterms:modified xsi:type="dcterms:W3CDTF">2026-03-08T17:45:41Z</dcterms:modified>
</cp:coreProperties>
</file>