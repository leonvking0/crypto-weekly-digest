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6"/>
  </p:notesMasterIdLst>
  <p:sldIdLst>
    <p:sldId id="321" r:id="rId2"/>
    <p:sldId id="324" r:id="rId3"/>
    <p:sldId id="325" r:id="rId4"/>
    <p:sldId id="326" r:id="rId5"/>
  </p:sldIdLst>
  <p:sldSz cx="12192000" cy="6858000"/>
  <p:notesSz cx="6950075" cy="9236075"/>
  <p:embeddedFontLst>
    <p:embeddedFont>
      <p:font typeface="Play" pitchFamily="2" charset="0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9" roundtripDataSignature="AMtx7mjxjtuYBXT3dz7v6HstqTLZXg1e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6472C6-1AED-4715-90B3-680D5461C073}">
  <a:tblStyle styleId="{7C6472C6-1AED-4715-90B3-680D5461C0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43BCD98-D6EB-4EA2-98E9-D77ACBF23929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2F4F5"/>
          </a:solidFill>
        </a:fill>
      </a:tcStyle>
    </a:wholeTbl>
    <a:band1H>
      <a:tcTxStyle/>
      <a:tcStyle>
        <a:tcBdr/>
        <a:fill>
          <a:solidFill>
            <a:srgbClr val="E4E8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4E8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677A561-859F-453D-B410-7FC8E5D61DC8}" styleName="Table_2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F9E4D34-959A-4095-B888-802785631B3D}" styleName="Table_3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149" Type="http://customschemas.google.com/relationships/presentationmetadata" Target="metadata"/><Relationship Id="rId150" Type="http://schemas.openxmlformats.org/officeDocument/2006/relationships/presProps" Target="presProps.xml"/><Relationship Id="rId151" Type="http://schemas.openxmlformats.org/officeDocument/2006/relationships/viewProps" Target="viewProps.xml"/><Relationship Id="rId152" Type="http://schemas.openxmlformats.org/officeDocument/2006/relationships/theme" Target="theme/theme1.xml"/><Relationship Id="rId1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11699" cy="463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36768" y="0"/>
            <a:ext cx="3011699" cy="463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03263" y="1154113"/>
            <a:ext cx="5543550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772669"/>
            <a:ext cx="3011699" cy="46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66:notes"/>
          <p:cNvSpPr txBox="1">
            <a:spLocks noGrp="1"/>
          </p:cNvSpPr>
          <p:nvPr>
            <p:ph type="body" idx="1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6" name="Google Shape;1526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6" name="Google Shape;1546;p69:notes"/>
          <p:cNvSpPr txBox="1">
            <a:spLocks noGrp="1"/>
          </p:cNvSpPr>
          <p:nvPr>
            <p:ph type="body" idx="1"/>
          </p:nvPr>
        </p:nvSpPr>
        <p:spPr>
          <a:xfrm>
            <a:off x="695008" y="4444861"/>
            <a:ext cx="5560200" cy="3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547" name="Google Shape;1547;p69:notes"/>
          <p:cNvSpPr txBox="1">
            <a:spLocks noGrp="1"/>
          </p:cNvSpPr>
          <p:nvPr>
            <p:ph type="sldNum" idx="12"/>
          </p:nvPr>
        </p:nvSpPr>
        <p:spPr>
          <a:xfrm>
            <a:off x="3936768" y="8772668"/>
            <a:ext cx="301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4" name="Google Shape;1554;p70:notes"/>
          <p:cNvSpPr txBox="1">
            <a:spLocks noGrp="1"/>
          </p:cNvSpPr>
          <p:nvPr>
            <p:ph type="body" idx="1"/>
          </p:nvPr>
        </p:nvSpPr>
        <p:spPr>
          <a:xfrm>
            <a:off x="695008" y="4444861"/>
            <a:ext cx="5560200" cy="3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555" name="Google Shape;1555;p70:notes"/>
          <p:cNvSpPr txBox="1">
            <a:spLocks noGrp="1"/>
          </p:cNvSpPr>
          <p:nvPr>
            <p:ph type="sldNum" idx="12"/>
          </p:nvPr>
        </p:nvSpPr>
        <p:spPr>
          <a:xfrm>
            <a:off x="3936768" y="8772668"/>
            <a:ext cx="301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2" name="Google Shape;1562;p71:notes"/>
          <p:cNvSpPr txBox="1">
            <a:spLocks noGrp="1"/>
          </p:cNvSpPr>
          <p:nvPr>
            <p:ph type="body" idx="1"/>
          </p:nvPr>
        </p:nvSpPr>
        <p:spPr>
          <a:xfrm>
            <a:off x="695008" y="4444861"/>
            <a:ext cx="5560200" cy="3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563" name="Google Shape;1563;p71:notes"/>
          <p:cNvSpPr txBox="1">
            <a:spLocks noGrp="1"/>
          </p:cNvSpPr>
          <p:nvPr>
            <p:ph type="sldNum" idx="12"/>
          </p:nvPr>
        </p:nvSpPr>
        <p:spPr>
          <a:xfrm>
            <a:off x="3936768" y="8772668"/>
            <a:ext cx="301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7"/>
          <p:cNvSpPr txBox="1">
            <a:spLocks noGrp="1"/>
          </p:cNvSpPr>
          <p:nvPr>
            <p:ph type="ctrTitle"/>
          </p:nvPr>
        </p:nvSpPr>
        <p:spPr>
          <a:xfrm>
            <a:off x="838200" y="2235200"/>
            <a:ext cx="10515600" cy="2387600"/>
          </a:xfrm>
          <a:prstGeom prst="rect">
            <a:avLst/>
          </a:prstGeom>
          <a:solidFill>
            <a:srgbClr val="DF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157"/>
          <p:cNvSpPr txBox="1">
            <a:spLocks noGrp="1"/>
          </p:cNvSpPr>
          <p:nvPr>
            <p:ph type="subTitle" idx="1"/>
          </p:nvPr>
        </p:nvSpPr>
        <p:spPr>
          <a:xfrm>
            <a:off x="1524000" y="4733364"/>
            <a:ext cx="9144000" cy="524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1" name="Google Shape;261;p1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57"/>
          <p:cNvSpPr txBox="1">
            <a:spLocks noGrp="1"/>
          </p:cNvSpPr>
          <p:nvPr>
            <p:ph type="sldNum" idx="12"/>
          </p:nvPr>
        </p:nvSpPr>
        <p:spPr>
          <a:xfrm>
            <a:off x="10865224" y="6356350"/>
            <a:ext cx="4885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157"/>
          <p:cNvSpPr/>
          <p:nvPr/>
        </p:nvSpPr>
        <p:spPr>
          <a:xfrm>
            <a:off x="10332720" y="0"/>
            <a:ext cx="1859280" cy="11223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1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0627" y="905415"/>
            <a:ext cx="5050746" cy="104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160"/>
          <p:cNvSpPr txBox="1">
            <a:spLocks noGrp="1"/>
          </p:cNvSpPr>
          <p:nvPr>
            <p:ph type="body" idx="1"/>
          </p:nvPr>
        </p:nvSpPr>
        <p:spPr>
          <a:xfrm>
            <a:off x="838200" y="1312433"/>
            <a:ext cx="10515600" cy="486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1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160"/>
          <p:cNvSpPr txBox="1">
            <a:spLocks noGrp="1"/>
          </p:cNvSpPr>
          <p:nvPr>
            <p:ph type="sldNum" idx="12"/>
          </p:nvPr>
        </p:nvSpPr>
        <p:spPr>
          <a:xfrm>
            <a:off x="10865224" y="6356350"/>
            <a:ext cx="4885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3" name="Google Shape;283;p160"/>
          <p:cNvCxnSpPr/>
          <p:nvPr/>
        </p:nvCxnSpPr>
        <p:spPr>
          <a:xfrm>
            <a:off x="838200" y="1129554"/>
            <a:ext cx="3160775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8"/>
          <p:cNvSpPr txBox="1">
            <a:spLocks noGrp="1"/>
          </p:cNvSpPr>
          <p:nvPr>
            <p:ph type="body" idx="1"/>
          </p:nvPr>
        </p:nvSpPr>
        <p:spPr>
          <a:xfrm>
            <a:off x="838200" y="1308941"/>
            <a:ext cx="5181600" cy="486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188"/>
          <p:cNvSpPr txBox="1">
            <a:spLocks noGrp="1"/>
          </p:cNvSpPr>
          <p:nvPr>
            <p:ph type="body" idx="2"/>
          </p:nvPr>
        </p:nvSpPr>
        <p:spPr>
          <a:xfrm>
            <a:off x="6172200" y="1308941"/>
            <a:ext cx="5181600" cy="486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18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188"/>
          <p:cNvSpPr txBox="1">
            <a:spLocks noGrp="1"/>
          </p:cNvSpPr>
          <p:nvPr>
            <p:ph type="sldNum" idx="12"/>
          </p:nvPr>
        </p:nvSpPr>
        <p:spPr>
          <a:xfrm>
            <a:off x="10865224" y="6356350"/>
            <a:ext cx="4885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18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8" name="Google Shape;308;p188"/>
          <p:cNvCxnSpPr/>
          <p:nvPr/>
        </p:nvCxnSpPr>
        <p:spPr>
          <a:xfrm>
            <a:off x="838200" y="1129554"/>
            <a:ext cx="3160775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89"/>
          <p:cNvSpPr txBox="1">
            <a:spLocks noGrp="1"/>
          </p:cNvSpPr>
          <p:nvPr>
            <p:ph type="body" idx="1"/>
          </p:nvPr>
        </p:nvSpPr>
        <p:spPr>
          <a:xfrm>
            <a:off x="838200" y="1713281"/>
            <a:ext cx="10515600" cy="4463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18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189"/>
          <p:cNvSpPr txBox="1">
            <a:spLocks noGrp="1"/>
          </p:cNvSpPr>
          <p:nvPr>
            <p:ph type="sldNum" idx="12"/>
          </p:nvPr>
        </p:nvSpPr>
        <p:spPr>
          <a:xfrm>
            <a:off x="10865224" y="6356350"/>
            <a:ext cx="4885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189"/>
          <p:cNvSpPr txBox="1">
            <a:spLocks noGrp="1"/>
          </p:cNvSpPr>
          <p:nvPr>
            <p:ph type="body" idx="2"/>
          </p:nvPr>
        </p:nvSpPr>
        <p:spPr>
          <a:xfrm>
            <a:off x="839788" y="1255829"/>
            <a:ext cx="10514012" cy="457452"/>
          </a:xfrm>
          <a:prstGeom prst="rect">
            <a:avLst/>
          </a:prstGeom>
          <a:solidFill>
            <a:srgbClr val="DFE4E7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b="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with Title">
  <p:cSld name="Two Content with Title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0"/>
          <p:cNvSpPr txBox="1">
            <a:spLocks noGrp="1"/>
          </p:cNvSpPr>
          <p:nvPr>
            <p:ph type="body" idx="1"/>
          </p:nvPr>
        </p:nvSpPr>
        <p:spPr>
          <a:xfrm>
            <a:off x="839788" y="1290513"/>
            <a:ext cx="5157787" cy="457452"/>
          </a:xfrm>
          <a:prstGeom prst="rect">
            <a:avLst/>
          </a:prstGeom>
          <a:solidFill>
            <a:srgbClr val="DFE4E7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b="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7" name="Google Shape;317;p190"/>
          <p:cNvSpPr txBox="1">
            <a:spLocks noGrp="1"/>
          </p:cNvSpPr>
          <p:nvPr>
            <p:ph type="body" idx="2"/>
          </p:nvPr>
        </p:nvSpPr>
        <p:spPr>
          <a:xfrm>
            <a:off x="839788" y="1747966"/>
            <a:ext cx="5157787" cy="444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190"/>
          <p:cNvSpPr txBox="1">
            <a:spLocks noGrp="1"/>
          </p:cNvSpPr>
          <p:nvPr>
            <p:ph type="body" idx="3"/>
          </p:nvPr>
        </p:nvSpPr>
        <p:spPr>
          <a:xfrm>
            <a:off x="6169024" y="1290513"/>
            <a:ext cx="5183188" cy="457452"/>
          </a:xfrm>
          <a:prstGeom prst="rect">
            <a:avLst/>
          </a:prstGeom>
          <a:solidFill>
            <a:srgbClr val="DFE4E7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b="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9" name="Google Shape;319;p190"/>
          <p:cNvSpPr txBox="1">
            <a:spLocks noGrp="1"/>
          </p:cNvSpPr>
          <p:nvPr>
            <p:ph type="body" idx="4"/>
          </p:nvPr>
        </p:nvSpPr>
        <p:spPr>
          <a:xfrm>
            <a:off x="6172200" y="1747966"/>
            <a:ext cx="5183188" cy="444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19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90"/>
          <p:cNvSpPr txBox="1">
            <a:spLocks noGrp="1"/>
          </p:cNvSpPr>
          <p:nvPr>
            <p:ph type="sldNum" idx="12"/>
          </p:nvPr>
        </p:nvSpPr>
        <p:spPr>
          <a:xfrm>
            <a:off x="10865224" y="6356350"/>
            <a:ext cx="4885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19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with Title">
  <p:cSld name="Three Content with Title 2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1"/>
          <p:cNvSpPr txBox="1">
            <a:spLocks noGrp="1"/>
          </p:cNvSpPr>
          <p:nvPr>
            <p:ph type="body" idx="1"/>
          </p:nvPr>
        </p:nvSpPr>
        <p:spPr>
          <a:xfrm>
            <a:off x="839788" y="1290513"/>
            <a:ext cx="5157787" cy="457452"/>
          </a:xfrm>
          <a:prstGeom prst="rect">
            <a:avLst/>
          </a:prstGeom>
          <a:solidFill>
            <a:srgbClr val="DFE4E7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b="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5" name="Google Shape;325;p191"/>
          <p:cNvSpPr txBox="1">
            <a:spLocks noGrp="1"/>
          </p:cNvSpPr>
          <p:nvPr>
            <p:ph type="body" idx="2"/>
          </p:nvPr>
        </p:nvSpPr>
        <p:spPr>
          <a:xfrm>
            <a:off x="839788" y="1747966"/>
            <a:ext cx="5157787" cy="1898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191"/>
          <p:cNvSpPr txBox="1">
            <a:spLocks noGrp="1"/>
          </p:cNvSpPr>
          <p:nvPr>
            <p:ph type="body" idx="3"/>
          </p:nvPr>
        </p:nvSpPr>
        <p:spPr>
          <a:xfrm>
            <a:off x="6169024" y="1290513"/>
            <a:ext cx="5183188" cy="457452"/>
          </a:xfrm>
          <a:prstGeom prst="rect">
            <a:avLst/>
          </a:prstGeom>
          <a:solidFill>
            <a:srgbClr val="DFE4E7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b="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7" name="Google Shape;327;p191"/>
          <p:cNvSpPr txBox="1">
            <a:spLocks noGrp="1"/>
          </p:cNvSpPr>
          <p:nvPr>
            <p:ph type="body" idx="4"/>
          </p:nvPr>
        </p:nvSpPr>
        <p:spPr>
          <a:xfrm>
            <a:off x="6172200" y="1747966"/>
            <a:ext cx="5183188" cy="444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19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191"/>
          <p:cNvSpPr txBox="1">
            <a:spLocks noGrp="1"/>
          </p:cNvSpPr>
          <p:nvPr>
            <p:ph type="sldNum" idx="12"/>
          </p:nvPr>
        </p:nvSpPr>
        <p:spPr>
          <a:xfrm>
            <a:off x="10865224" y="6356350"/>
            <a:ext cx="4885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0" name="Google Shape;330;p19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191"/>
          <p:cNvSpPr txBox="1">
            <a:spLocks noGrp="1"/>
          </p:cNvSpPr>
          <p:nvPr>
            <p:ph type="body" idx="5"/>
          </p:nvPr>
        </p:nvSpPr>
        <p:spPr>
          <a:xfrm>
            <a:off x="836612" y="3813528"/>
            <a:ext cx="5157787" cy="457452"/>
          </a:xfrm>
          <a:prstGeom prst="rect">
            <a:avLst/>
          </a:prstGeom>
          <a:solidFill>
            <a:srgbClr val="DFE4E7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b="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2" name="Google Shape;332;p191"/>
          <p:cNvSpPr txBox="1">
            <a:spLocks noGrp="1"/>
          </p:cNvSpPr>
          <p:nvPr>
            <p:ph type="body" idx="6"/>
          </p:nvPr>
        </p:nvSpPr>
        <p:spPr>
          <a:xfrm>
            <a:off x="836612" y="4270981"/>
            <a:ext cx="5157787" cy="1898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Title">
  <p:cSld name="Side Title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5699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9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192"/>
          <p:cNvSpPr txBox="1">
            <a:spLocks noGrp="1"/>
          </p:cNvSpPr>
          <p:nvPr>
            <p:ph type="sldNum" idx="12"/>
          </p:nvPr>
        </p:nvSpPr>
        <p:spPr>
          <a:xfrm>
            <a:off x="10865224" y="6356350"/>
            <a:ext cx="4885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" name="Google Shape;337;p192"/>
          <p:cNvSpPr txBox="1">
            <a:spLocks noGrp="1"/>
          </p:cNvSpPr>
          <p:nvPr>
            <p:ph type="body" idx="1"/>
          </p:nvPr>
        </p:nvSpPr>
        <p:spPr>
          <a:xfrm>
            <a:off x="2074228" y="616251"/>
            <a:ext cx="5157787" cy="457452"/>
          </a:xfrm>
          <a:prstGeom prst="rect">
            <a:avLst/>
          </a:prstGeom>
          <a:solidFill>
            <a:srgbClr val="DFE4E7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b="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8" name="Google Shape;338;p192"/>
          <p:cNvSpPr txBox="1">
            <a:spLocks noGrp="1"/>
          </p:cNvSpPr>
          <p:nvPr>
            <p:ph type="body" idx="2"/>
          </p:nvPr>
        </p:nvSpPr>
        <p:spPr>
          <a:xfrm>
            <a:off x="2074228" y="1124185"/>
            <a:ext cx="9279572" cy="5052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1" type="objTx">
  <p:cSld name="OBJECT_WITH_CAPTION_TEXT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  <a:defRPr sz="32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19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  <a:defRPr sz="3200">
                <a:solidFill>
                  <a:srgbClr val="3F3F3F"/>
                </a:solidFill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42" name="Google Shape;342;p193"/>
          <p:cNvSpPr txBox="1">
            <a:spLocks noGrp="1"/>
          </p:cNvSpPr>
          <p:nvPr>
            <p:ph type="body" idx="2"/>
          </p:nvPr>
        </p:nvSpPr>
        <p:spPr>
          <a:xfrm>
            <a:off x="839788" y="1807285"/>
            <a:ext cx="3932237" cy="4061703"/>
          </a:xfrm>
          <a:prstGeom prst="rect">
            <a:avLst/>
          </a:prstGeom>
          <a:solidFill>
            <a:srgbClr val="EFF1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3" name="Google Shape;343;p1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93"/>
          <p:cNvSpPr txBox="1">
            <a:spLocks noGrp="1"/>
          </p:cNvSpPr>
          <p:nvPr>
            <p:ph type="sldNum" idx="12"/>
          </p:nvPr>
        </p:nvSpPr>
        <p:spPr>
          <a:xfrm>
            <a:off x="10865224" y="6356350"/>
            <a:ext cx="4885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5" name="Google Shape;345;p193"/>
          <p:cNvCxnSpPr/>
          <p:nvPr/>
        </p:nvCxnSpPr>
        <p:spPr>
          <a:xfrm>
            <a:off x="839788" y="1570038"/>
            <a:ext cx="3160775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6" name="Google Shape;346;p193"/>
          <p:cNvSpPr/>
          <p:nvPr/>
        </p:nvSpPr>
        <p:spPr>
          <a:xfrm rot="10800000" flipH="1">
            <a:off x="838200" y="6190222"/>
            <a:ext cx="10515600" cy="45719"/>
          </a:xfrm>
          <a:prstGeom prst="rect">
            <a:avLst/>
          </a:prstGeom>
          <a:solidFill>
            <a:srgbClr val="D1CBB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2">
  <p:cSld name="Custom 2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4"/>
          <p:cNvSpPr/>
          <p:nvPr/>
        </p:nvSpPr>
        <p:spPr>
          <a:xfrm>
            <a:off x="8112783" y="0"/>
            <a:ext cx="40767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194"/>
          <p:cNvSpPr txBox="1">
            <a:spLocks noGrp="1"/>
          </p:cNvSpPr>
          <p:nvPr>
            <p:ph type="sldNum" idx="12"/>
          </p:nvPr>
        </p:nvSpPr>
        <p:spPr>
          <a:xfrm>
            <a:off x="10865224" y="6356350"/>
            <a:ext cx="4885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" name="Google Shape;351;p194"/>
          <p:cNvSpPr/>
          <p:nvPr/>
        </p:nvSpPr>
        <p:spPr>
          <a:xfrm>
            <a:off x="8112783" y="1143000"/>
            <a:ext cx="3620492" cy="45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94"/>
          <p:cNvSpPr txBox="1"/>
          <p:nvPr/>
        </p:nvSpPr>
        <p:spPr>
          <a:xfrm>
            <a:off x="8661179" y="1916093"/>
            <a:ext cx="25319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to edit</a:t>
            </a:r>
            <a:endParaRPr/>
          </a:p>
        </p:txBody>
      </p:sp>
      <p:sp>
        <p:nvSpPr>
          <p:cNvPr id="353" name="Google Shape;353;p194"/>
          <p:cNvSpPr txBox="1">
            <a:spLocks noGrp="1"/>
          </p:cNvSpPr>
          <p:nvPr>
            <p:ph type="body" idx="1"/>
          </p:nvPr>
        </p:nvSpPr>
        <p:spPr>
          <a:xfrm>
            <a:off x="838200" y="1522103"/>
            <a:ext cx="6265985" cy="444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54" name="Google Shape;354;p194"/>
          <p:cNvCxnSpPr/>
          <p:nvPr/>
        </p:nvCxnSpPr>
        <p:spPr>
          <a:xfrm>
            <a:off x="838200" y="1129554"/>
            <a:ext cx="2686050" cy="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5" name="Google Shape;355;p19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6265985" cy="76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94"/>
          <p:cNvSpPr txBox="1">
            <a:spLocks noGrp="1"/>
          </p:cNvSpPr>
          <p:nvPr>
            <p:ph type="body" idx="2"/>
          </p:nvPr>
        </p:nvSpPr>
        <p:spPr>
          <a:xfrm>
            <a:off x="8667937" y="2817006"/>
            <a:ext cx="2441575" cy="241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3">
  <p:cSld name="Custom 3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1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95"/>
          <p:cNvSpPr txBox="1">
            <a:spLocks noGrp="1"/>
          </p:cNvSpPr>
          <p:nvPr>
            <p:ph type="sldNum" idx="12"/>
          </p:nvPr>
        </p:nvSpPr>
        <p:spPr>
          <a:xfrm>
            <a:off x="10865224" y="6356350"/>
            <a:ext cx="4885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1" name="Google Shape;361;p195"/>
          <p:cNvSpPr txBox="1">
            <a:spLocks noGrp="1"/>
          </p:cNvSpPr>
          <p:nvPr>
            <p:ph type="body" idx="1"/>
          </p:nvPr>
        </p:nvSpPr>
        <p:spPr>
          <a:xfrm>
            <a:off x="838200" y="1440854"/>
            <a:ext cx="4896394" cy="44918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195"/>
          <p:cNvSpPr txBox="1">
            <a:spLocks noGrp="1"/>
          </p:cNvSpPr>
          <p:nvPr>
            <p:ph type="body" idx="2"/>
          </p:nvPr>
        </p:nvSpPr>
        <p:spPr>
          <a:xfrm>
            <a:off x="6457406" y="1440854"/>
            <a:ext cx="4896394" cy="44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3" name="Google Shape;363;p195"/>
          <p:cNvSpPr/>
          <p:nvPr/>
        </p:nvSpPr>
        <p:spPr>
          <a:xfrm rot="10800000" flipH="1">
            <a:off x="838200" y="6190222"/>
            <a:ext cx="10515600" cy="45719"/>
          </a:xfrm>
          <a:prstGeom prst="rect">
            <a:avLst/>
          </a:prstGeom>
          <a:solidFill>
            <a:srgbClr val="D1CBB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4">
  <p:cSld name="Custom 4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6"/>
          <p:cNvSpPr txBox="1">
            <a:spLocks noGrp="1"/>
          </p:cNvSpPr>
          <p:nvPr>
            <p:ph type="title"/>
          </p:nvPr>
        </p:nvSpPr>
        <p:spPr>
          <a:xfrm>
            <a:off x="838200" y="580163"/>
            <a:ext cx="10515600" cy="76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196"/>
          <p:cNvSpPr txBox="1">
            <a:spLocks noGrp="1"/>
          </p:cNvSpPr>
          <p:nvPr>
            <p:ph type="sldNum" idx="12"/>
          </p:nvPr>
        </p:nvSpPr>
        <p:spPr>
          <a:xfrm>
            <a:off x="10865224" y="6356350"/>
            <a:ext cx="4885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68" name="Google Shape;368;p196"/>
          <p:cNvCxnSpPr/>
          <p:nvPr/>
        </p:nvCxnSpPr>
        <p:spPr>
          <a:xfrm>
            <a:off x="838200" y="1344591"/>
            <a:ext cx="3160775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9" name="Google Shape;369;p196"/>
          <p:cNvSpPr/>
          <p:nvPr/>
        </p:nvSpPr>
        <p:spPr>
          <a:xfrm>
            <a:off x="0" y="1959873"/>
            <a:ext cx="12192000" cy="3566157"/>
          </a:xfrm>
          <a:prstGeom prst="rect">
            <a:avLst/>
          </a:prstGeom>
          <a:solidFill>
            <a:srgbClr val="EFF1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 Layout">
  <p:cSld name="13_Custom Layout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97"/>
          <p:cNvSpPr>
            <a:spLocks noGrp="1"/>
          </p:cNvSpPr>
          <p:nvPr>
            <p:ph type="pic" idx="2"/>
          </p:nvPr>
        </p:nvSpPr>
        <p:spPr>
          <a:xfrm>
            <a:off x="458788" y="3276600"/>
            <a:ext cx="2090737" cy="1620838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197"/>
          <p:cNvSpPr>
            <a:spLocks noGrp="1"/>
          </p:cNvSpPr>
          <p:nvPr>
            <p:ph type="pic" idx="3"/>
          </p:nvPr>
        </p:nvSpPr>
        <p:spPr>
          <a:xfrm>
            <a:off x="3524250" y="3276600"/>
            <a:ext cx="2090738" cy="1620838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197"/>
          <p:cNvSpPr>
            <a:spLocks noGrp="1"/>
          </p:cNvSpPr>
          <p:nvPr>
            <p:ph type="pic" idx="4"/>
          </p:nvPr>
        </p:nvSpPr>
        <p:spPr>
          <a:xfrm>
            <a:off x="6588125" y="3276600"/>
            <a:ext cx="2090738" cy="1620838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197"/>
          <p:cNvSpPr>
            <a:spLocks noGrp="1"/>
          </p:cNvSpPr>
          <p:nvPr>
            <p:ph type="pic" idx="5"/>
          </p:nvPr>
        </p:nvSpPr>
        <p:spPr>
          <a:xfrm>
            <a:off x="9653588" y="3276600"/>
            <a:ext cx="2079625" cy="16208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Title">
  <p:cSld name="Side Title 2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5699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1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198"/>
          <p:cNvSpPr txBox="1">
            <a:spLocks noGrp="1"/>
          </p:cNvSpPr>
          <p:nvPr>
            <p:ph type="sldNum" idx="12"/>
          </p:nvPr>
        </p:nvSpPr>
        <p:spPr>
          <a:xfrm>
            <a:off x="10865224" y="6356350"/>
            <a:ext cx="4885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198"/>
          <p:cNvSpPr txBox="1">
            <a:spLocks noGrp="1"/>
          </p:cNvSpPr>
          <p:nvPr>
            <p:ph type="body" idx="1"/>
          </p:nvPr>
        </p:nvSpPr>
        <p:spPr>
          <a:xfrm>
            <a:off x="2074228" y="616251"/>
            <a:ext cx="5157787" cy="457452"/>
          </a:xfrm>
          <a:prstGeom prst="rect">
            <a:avLst/>
          </a:prstGeom>
          <a:solidFill>
            <a:srgbClr val="DFE4E7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80" name="Google Shape;380;p198"/>
          <p:cNvSpPr txBox="1">
            <a:spLocks noGrp="1"/>
          </p:cNvSpPr>
          <p:nvPr>
            <p:ph type="body" idx="2"/>
          </p:nvPr>
        </p:nvSpPr>
        <p:spPr>
          <a:xfrm>
            <a:off x="2074228" y="1124185"/>
            <a:ext cx="9279572" cy="5052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1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9" name="Google Shape;249;p143"/>
          <p:cNvSpPr txBox="1">
            <a:spLocks noGrp="1"/>
          </p:cNvSpPr>
          <p:nvPr>
            <p:ph type="body" idx="1"/>
          </p:nvPr>
        </p:nvSpPr>
        <p:spPr>
          <a:xfrm>
            <a:off x="838200" y="1411943"/>
            <a:ext cx="10515600" cy="4765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1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143"/>
          <p:cNvSpPr txBox="1">
            <a:spLocks noGrp="1"/>
          </p:cNvSpPr>
          <p:nvPr>
            <p:ph type="sldNum" idx="12"/>
          </p:nvPr>
        </p:nvSpPr>
        <p:spPr>
          <a:xfrm>
            <a:off x="10865224" y="6356350"/>
            <a:ext cx="4885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2" name="Google Shape;252;p14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687050" y="136524"/>
            <a:ext cx="1333500" cy="2762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91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66"/>
          <p:cNvSpPr txBox="1">
            <a:spLocks noGrp="1"/>
          </p:cNvSpPr>
          <p:nvPr>
            <p:ph type="ctrTitle"/>
          </p:nvPr>
        </p:nvSpPr>
        <p:spPr>
          <a:xfrm>
            <a:off x="838200" y="2235200"/>
            <a:ext cx="10515600" cy="2387600"/>
          </a:xfrm>
          <a:prstGeom prst="rect">
            <a:avLst/>
          </a:prstGeom>
          <a:solidFill>
            <a:srgbClr val="DF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Crypto Weekly Digest</a:t>
            </a:r>
            <a:endParaRPr/>
          </a:p>
        </p:txBody>
      </p:sp>
      <p:sp>
        <p:nvSpPr>
          <p:cNvPr id="1529" name="Google Shape;1529;p66"/>
          <p:cNvSpPr txBox="1">
            <a:spLocks noGrp="1"/>
          </p:cNvSpPr>
          <p:nvPr>
            <p:ph type="subTitle" idx="1"/>
          </p:nvPr>
        </p:nvSpPr>
        <p:spPr>
          <a:xfrm>
            <a:off x="1524000" y="4733364"/>
            <a:ext cx="9144000" cy="524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>February 16–22,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69"/>
          <p:cNvSpPr txBox="1">
            <a:spLocks noGrp="1"/>
          </p:cNvSpPr>
          <p:nvPr>
            <p:ph type="title"/>
          </p:nvPr>
        </p:nvSpPr>
        <p:spPr>
          <a:xfrm>
            <a:off x="621025" y="393301"/>
            <a:ext cx="105156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Stablecoins</a:t>
            </a:r>
            <a:endParaRPr/>
          </a:p>
        </p:txBody>
      </p:sp>
      <p:sp>
        <p:nvSpPr>
          <p:cNvPr id="1550" name="Google Shape;1550;p69"/>
          <p:cNvSpPr txBox="1">
            <a:spLocks noGrp="1"/>
          </p:cNvSpPr>
          <p:nvPr>
            <p:ph type="body" idx="1"/>
          </p:nvPr>
        </p:nvSpPr>
        <p:spPr>
          <a:xfrm>
            <a:off x="468600" y="1169125"/>
            <a:ext cx="11254800" cy="51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Market Cap Surpasses $306B</a:t>
            </a:r>
            <a:endParaRPr/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49% YoY growth driven by payroll and cross-border B2B payments</a:t>
            </a:r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/>
            </a:r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SEC Broker-Dealer Guidance (Feb 20)</a:t>
            </a:r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New "2% haircut" rule treats compliant stablecoins like money market funds — unlocks institutional liquidity</a:t>
            </a:r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/>
            </a:r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GENIUS Act Implementation</a:t>
            </a:r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FDIC deadline for bank stablecoin subsidiaries (Feb 17). Stablecoins reclassified as neither securities nor commodities under OCC oversight</a:t>
            </a:r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/>
            </a:r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White House Yield Stalemate</a:t>
            </a:r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Crypto Policy Council deadlocked on whether holders can earn interest — Clarity Act delayed</a:t>
            </a:r>
          </a:p>
        </p:txBody>
      </p:sp>
      <p:sp>
        <p:nvSpPr>
          <p:cNvPr id="1551" name="Google Shape;1551;p69"/>
          <p:cNvSpPr txBox="1"/>
          <p:nvPr/>
        </p:nvSpPr>
        <p:spPr>
          <a:xfrm>
            <a:off x="8792800" y="153250"/>
            <a:ext cx="32874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  <a:r>
              <a:t>Hong Kong: First formal stablecoin licenses expected March 2026</a:t>
            </a: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>Fidelity launches Digital Dollar (FIDD) — competes directly with USDC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70"/>
          <p:cNvSpPr txBox="1">
            <a:spLocks noGrp="1"/>
          </p:cNvSpPr>
          <p:nvPr>
            <p:ph type="title"/>
          </p:nvPr>
        </p:nvSpPr>
        <p:spPr>
          <a:xfrm>
            <a:off x="586750" y="404676"/>
            <a:ext cx="105156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AI x Crypto &amp; Prediction Markets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70"/>
          <p:cNvSpPr txBox="1"/>
          <p:nvPr/>
        </p:nvSpPr>
        <p:spPr>
          <a:xfrm>
            <a:off x="8792800" y="153250"/>
            <a:ext cx="32874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  <a:r>
              <a:t>AI x Crypto</a:t>
            </a: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>AI crypto market cap dips to $14.2B amid broader downturn</a:t>
            </a: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>Vitalik positions Ethereum as AI base layer — ChainGPT, Virtuals Protocol building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>Work402 (WORK) surges 25% — "Upwork for AI Agents" concept</a:t>
            </a: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>DeepSnitch AI security tool gains traction post-$3.4B in 2025 hacks</a:t>
            </a: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>xAI reportedly hiring crypto finance experts</a:t>
            </a:r>
          </a:p>
        </p:txBody>
      </p:sp>
      <p:sp>
        <p:nvSpPr>
          <p:cNvPr id="1559" name="Google Shape;1559;p70"/>
          <p:cNvSpPr txBox="1">
            <a:spLocks noGrp="1"/>
          </p:cNvSpPr>
          <p:nvPr>
            <p:ph type="body" idx="1"/>
          </p:nvPr>
        </p:nvSpPr>
        <p:spPr>
          <a:xfrm>
            <a:off x="518175" y="1329100"/>
            <a:ext cx="11151900" cy="51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Prediction Markets</a:t>
            </a:r>
            <a:endParaRPr/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BTC dominates Polymarket with $65M+ daily volume</a:t>
            </a:r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Sentiment disconnect: Fear &amp; Greed at 8 (extreme fear) but 100% confidence in support levels</a:t>
            </a:r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Robinhood prediction markets see high retail engagement</a:t>
            </a:r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CLARITY Act speculation — analysts bet on favorable regulatory guidance</a:t>
            </a:r>
          </a:p>
          <a:p>
            <a:pPr marL="48133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20"/>
              <a:buFont typeface="Play"/>
              <a:buAutoNum type="arabicPeriod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Novig raises $75M Series B (Pantera) — P2P sports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7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Fundraising &amp; M&amp;A / Ecosystem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71"/>
          <p:cNvSpPr txBox="1">
            <a:spLocks noGrp="1"/>
          </p:cNvSpPr>
          <p:nvPr>
            <p:ph type="body" idx="1"/>
          </p:nvPr>
        </p:nvSpPr>
        <p:spPr>
          <a:xfrm>
            <a:off x="6492075" y="1715325"/>
            <a:ext cx="5346600" cy="52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en-US" sz="1600" b="1"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Fundraising &amp; M&amp;A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en-US" sz="1600"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Novig — $75M Series B (Pantera Capital) — P2P sports predictions</a:t>
            </a: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en-US" sz="1600"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TRM Labs — $70M Series C — blockchain intelligence / compliance</a:t>
            </a: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en-US" sz="1600"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Nakamoto Inc. acquires BTC Inc. for $81.6M — Bitcoin Magazine consolidation</a:t>
            </a: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en-US" sz="1600"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MARA Holdings acquires 64% of Exaion (~$168M) — French data center</a:t>
            </a: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en-US" sz="1600"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Jupiter — $35M strategic round — Solana DeFi confidence</a:t>
            </a:r>
          </a:p>
        </p:txBody>
      </p:sp>
      <p:sp>
        <p:nvSpPr>
          <p:cNvPr id="1567" name="Google Shape;1567;p71"/>
          <p:cNvSpPr txBox="1">
            <a:spLocks noGrp="1"/>
          </p:cNvSpPr>
          <p:nvPr>
            <p:ph type="body" idx="1"/>
          </p:nvPr>
        </p:nvSpPr>
        <p:spPr>
          <a:xfrm>
            <a:off x="819150" y="1715325"/>
            <a:ext cx="5272800" cy="51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en-US" sz="1600" b="1"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Ecosystem &amp; Infrastructure</a:t>
            </a:r>
            <a:br>
              <a:rPr lang="en-US" sz="1400" b="1">
                <a:highlight>
                  <a:srgbClr val="D1D9DC"/>
                </a:highlight>
                <a:latin typeface="Arial"/>
                <a:ea typeface="Arial"/>
                <a:cs typeface="Arial"/>
                <a:sym typeface="Arial"/>
              </a:rPr>
            </a:b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en-US" sz="1600"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Uniswap × Securitize — bridges TradFi to DeFi for tokenized BlackRock funds</a:t>
            </a: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en-US" sz="1600"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Wallet security wave — Binance biometric recovery, Trezor MEV protection, Bitcoin.com MPC recovery</a:t>
            </a: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en-US" sz="1600"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Intent-based bridging dominance — Eco Portal (20+ stablecoins, 10+ chains)</a:t>
            </a: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en-US" sz="1600"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Pyth Network expansion on Solana for institutional-grade oracle data</a:t>
            </a:r>
          </a:p>
        </p:txBody>
      </p:sp>
      <p:sp>
        <p:nvSpPr>
          <p:cNvPr id="1568" name="Google Shape;1568;p71"/>
          <p:cNvSpPr txBox="1"/>
          <p:nvPr/>
        </p:nvSpPr>
        <p:spPr>
          <a:xfrm>
            <a:off x="8792800" y="153250"/>
            <a:ext cx="3287400" cy="58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71"/>
          <p:cNvSpPr txBox="1">
            <a:spLocks noGrp="1"/>
          </p:cNvSpPr>
          <p:nvPr>
            <p:ph type="body" idx="1"/>
          </p:nvPr>
        </p:nvSpPr>
        <p:spPr>
          <a:xfrm>
            <a:off x="841750" y="1239875"/>
            <a:ext cx="5227800" cy="403200"/>
          </a:xfrm>
          <a:prstGeom prst="rect">
            <a:avLst/>
          </a:prstGeom>
          <a:solidFill>
            <a:srgbClr val="1F2729"/>
          </a:solidFill>
          <a:ln>
            <a:noFill/>
          </a:ln>
        </p:spPr>
        <p:txBody>
          <a:bodyPr spcFirstLastPara="1" wrap="square" lIns="97250" tIns="48625" rIns="97250" bIns="486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53"/>
              <a:buNone/>
            </a:pPr>
            <a:r>
              <a:rPr lang="en-US" sz="1808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Sources: Messari, The Block, CoinDesk</a:t>
            </a:r>
            <a:endParaRPr sz="1808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71"/>
          <p:cNvSpPr txBox="1">
            <a:spLocks noGrp="1"/>
          </p:cNvSpPr>
          <p:nvPr>
            <p:ph type="body" idx="1"/>
          </p:nvPr>
        </p:nvSpPr>
        <p:spPr>
          <a:xfrm>
            <a:off x="6551464" y="1239875"/>
            <a:ext cx="5227800" cy="403200"/>
          </a:xfrm>
          <a:prstGeom prst="rect">
            <a:avLst/>
          </a:prstGeom>
          <a:solidFill>
            <a:srgbClr val="1F2729"/>
          </a:solidFill>
          <a:ln>
            <a:noFill/>
          </a:ln>
        </p:spPr>
        <p:txBody>
          <a:bodyPr spcFirstLastPara="1" wrap="square" lIns="97250" tIns="48625" rIns="97250" bIns="486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53"/>
              <a:buNone/>
            </a:pPr>
            <a:r>
              <a:rPr lang="en-US" sz="1808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Generated by 42 · Feb 22,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17 Crypto Theme">
  <a:themeElements>
    <a:clrScheme name="J17 PPT Col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3BFC4"/>
      </a:accent1>
      <a:accent2>
        <a:srgbClr val="C5D1D5"/>
      </a:accent2>
      <a:accent3>
        <a:srgbClr val="D3DFE2"/>
      </a:accent3>
      <a:accent4>
        <a:srgbClr val="E3DFD4"/>
      </a:accent4>
      <a:accent5>
        <a:srgbClr val="EDEAE3"/>
      </a:accent5>
      <a:accent6>
        <a:srgbClr val="FFFF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352</Words>
  <Application>Microsoft Macintosh PowerPoint</Application>
  <PresentationFormat>Widescreen</PresentationFormat>
  <Paragraphs>35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Play</vt:lpstr>
      <vt:lpstr>Arial</vt:lpstr>
      <vt:lpstr>J17 Crypto Theme</vt:lpstr>
      <vt:lpstr>2025年中汇报</vt:lpstr>
      <vt:lpstr>项目投资表现分析</vt:lpstr>
      <vt:lpstr>基金投资表现分析</vt:lpstr>
      <vt:lpstr>投资策略分析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2025年中汇报</dc:title>
  <dc:creator>Shirley Shen</dc:creator>
  <cp:lastModifiedBy>Han Xu</cp:lastModifiedBy>
  <cp:revision>2</cp:revision>
  <dcterms:created xsi:type="dcterms:W3CDTF">2024-12-31T16:29:59Z</dcterms:created>
  <dcterms:modified xsi:type="dcterms:W3CDTF">2026-02-23T04:54:32Z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0x010100B8200735D95A974BB991418A5E5DA991</vt:lpwstr>
  </property>
  <property fmtid="{D5CDD505-2E9C-101B-9397-08002B2CF9AE}" pid="3" name="MediaServiceImageTags">
    <vt:lpwstr/>
  </property>
</Properties>
</file>