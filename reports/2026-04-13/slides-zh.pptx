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本周封面要传达的核心是，市场主线从“恐慌”转成了“修复中的分化”。BTC 和 ETH 在机构资金流入与空头回补推动下显著反弹，但周末 Kelp DAO 大额攻击提醒大家，行业底层风险并没有消失，所以这仍不是全面风险偏好扩张的阶段。
2. 第二条主线是监管终于从口头讨论进入可执行框架。SEC 对 DeFi 前端和非托管钱包给出阶段性豁免，参议院又推进 CLARITY Act，意味着资本市场开始看到一个更清晰的合规扩张路径，这对稳定币、DeFi、交易基础设施的估值都很关键。
3. 第三条主线是行业结构继续集中。Hyperliquid、Plasma、Virtuals、Polymarket 这类有明确产品闭环的平台继续走强，说明资金越来越愿意为真实使用场景而不是纯叙事付费。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这轮上涨的性质更像 short squeeze + 机构回补，而不是新的单边趋势起点。BTC 连续 46 天负资金费率后重新上冲 $76K，本质上说明市场在此前过度悲观，资金先修正的是仓位结构，而不一定是长期增长预期。
2. ETH 虽然周涨幅略低于 BTC，但资金流结构更值得重视。单周近 5 亿美元的 ETH 产品净流入和链上活跃度改善，说明资金正在为“质押、ETF、合规收益化”这条主线提前定价。如果后续 ETH 质押型 ETF 真有进展，ETH 的估值弹性会继续提升。
3. 组合相关资产里，ENA 和 PENDLE 的弹性明显更大，说明市场在回暖时最先追逐的是与稳定币收益、链上利率和资金效率有关的资产。DYDX 反弹虽然剧烈，但更多是低基数修复，基本面并未显示它重新夺回赛道主导权。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这页最重要的结论是“行业在去泡沫，但没有停创新”。Perp DEX 总量相比高峰回落，说明投机杠杆在降温，但 Hyperliquid 仍在吃份额，证明用户不会因为周期降温就停止使用好产品，反而会更加集中到体验最好、流动性最强的平台。
2. L1/L2 竞争焦点也正在变化。TON 和 Tempo 代表的是两种不同方向，一个追求更快的消费级和支付型体验，一个追求机构需要的隐私执行环境。市场不再只比 TPS，而是比谁能真正承接稳定币、Agent、机构资产这些真实工作负载。
3. Plasma、Hyperliquid、Virtuals 这些项目共同指向一个趋势，行业增量越来越来自“可执行的应用层闭环”。也就是资金、结算、交易、自动执行能在一条链路里完成。这会让没有真实使用需求支撑的资产越来越难拿到溢价。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监管现在的变化不只是“态度更友好”，而是开始把不同角色拆分对待。SEC 给 DeFi 前端的 no-action 口径，实际上是在告诉市场，只要不托管客户资产、不提供投资建议、只做中立技术界面，就有机会在现有框架下生存。这会让真正的非托管基础设施明显受益。
2. CLARITY Act 的意义在于把过去依赖临时解释和执法裁量的边界，变成更可预期的法律分类。一旦 BTC、ETH、SOL 这类资产的监管属性被更明确地锁定，机构就更容易做长期产品设计，稳定币、交易接口、托管和衍生品都可能获得估值重估。
3. 融资和并购也在验证这一点。Kraken 引入传统交易所资本、Paxos Labs 继续扩张稳定币工具链、Spektr 获得 AI 风控融资，说明资本现在买的是“合规放量能力”和“真实现金流基础设施”，而不是上一轮那种纯故事型增长。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Kelp DAO 攻击是本周最关键的风险事件，因为它提醒市场，DeFi 现在最大的脆弱点往往不在单一智能合约，而在跨链消息、共享安全模型和外部基础设施的耦合。随着协议越来越模块化，安全风险也会越来越系统化，这会显著提高市场对桥、LRT、再质押赛道的风险贴现率。
2. 稳定币、AI Agent 和预测市场表面上是三个不同赛道，本质上其实都在争夺“链上真实经济活动的底层入口”。稳定币解决结算，Agent 解决自动执行，预测市场解决实时概率定价。如果这三层继续打通，会形成一个比单一 DeFi 协议更大的网络效应。
3. 预测市场的变化尤其值得重视。它正在从投机工具转向信息基础设施，用户不是只拿它下注，而是把它当成对事件概率、宏观情绪和价格预期的实时信号层。未来它和 AI Agent、自动交易、稳定币支付结合后，可能成为新的链上金融操作界面。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接下来一到两周的关键不是单纯看价格，而是看“监管利好能否落地”与“安全冲击是否继续外溢”这两个变量谁占上风。如果 CLARITY Act 和 ETH 质押 ETF 出现实质进展，市场会优先重估 ETH、稳定币、DeFi 和链上基础设施；如果安全事件继续扩散，资金又会重新回到更保守的位置。
2. 会议和产品催化也值得重视。Bitcoin 2026 和 TOKEN2049 这类大会不只是情绪场，它们往往是机构合作、融资公告、BTCFi 新叙事落地的发布窗口。尤其在监管转暖背景下，会议更容易放大原本就在形成的趋势。
3. 组合角度，HYPE 仍然是结构性最强的资产，因为它代表的是链上衍生品持续蚕食中心化份额这一长期趋势。ENA 和 PENDLE 则更依赖风险偏好与利率预期回暖，属于更高弹性但也更受市场情绪影响的仓位。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17320"/>
            <a:ext cx="109728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645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2026年4月13日 — 4月19日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数据来源：Messari · The Block · CoinGecko · DefiLlama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本周关键词：Kelp 攻击、机构净流入、CLARITY Act、Hyperliquid 集中、Agent Commerce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LP DISTRIBUTION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市场概览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54864" cy="9601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960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$75,480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49808" y="15361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+6.5%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86868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868680"/>
            <a:ext cx="54864" cy="9601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960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84448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$2,312.20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84448" y="15361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+5.7%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86868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868680"/>
            <a:ext cx="54864" cy="9601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960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恐惧贪婪指数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19088" y="1188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114032" y="12618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1097280"/>
                <a:gridCol w="42976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资产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$85.86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 $81.5 支撑位企稳反弹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$43.18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永续 DEX 龙头继续集中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 beta 反弹最强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收益赛道修复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DYDX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低基数反弹，但份额仍弱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总市值 $2.63T，BTC 主导率 57.5%，24h 成交额 $109.0B。市场从极端恐慌回到谨慎修复。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2026.04.13–04.19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 本周要闻 &amp; 行业动态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77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本周要闻 TOP 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261872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7552" y="124358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Kelp DAO $294M 攻击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7552" y="146304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LRT 与跨链共享安全风险集中暴露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" y="1920240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1901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+ CLARITY 同步推进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87552" y="212140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与数字商品监管边界逐渐清晰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5216" y="2578608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5603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机构净流入 $2.2B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7552" y="27797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 与 ETH 成为主要受益者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5216" y="3236976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7552" y="321868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Hyperliquid 市占率约 44%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87552" y="343814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永续 DEX 进入龙头集聚阶段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5216" y="3895344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387705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Virtuals ACP / Polymarket USD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87552" y="409651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真实使用场景继续扩张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8229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&amp; Layer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120700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 Catchain 2.0 激活，确认时间压缩到亚秒级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推出 Zones，切入可许可隐私执行链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TVL 更偏向借贷收益，DEX 占比下滑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以太坊 Higota 路线继续围绕 Verkle Trees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7889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&amp; 永续合约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17296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对 DeFi 前端给出 5 年临时 safe harbor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Plasma TVL 升破 $2B，Tether 生态继续外扩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Hyperliquid 24h 成交额约 $6.5B，持续吃份额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 DEX 总量降温，但头部更强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2026.04.13–04.19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监管政策 &amp; 投融资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4864" cy="37490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77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监管与政策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为 DeFi 前端提供临时 no-action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非托管、不中介客户资产的平台最受益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参议院推进 CLARITY 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305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BTC、ETH、SOL 归类更清晰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Tokenized securities 路径继续澄清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7249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链上证券仍是证券，但小额融资豁免在成形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 设立 PVARA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192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国家层面由禁转管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稳定币收益争议仍未解决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9136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银行与加密平台博弈加剧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822960"/>
            <a:ext cx="54864" cy="37490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877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投融资与并购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25880"/>
          <a:ext cx="3749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82296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金额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Kraken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Deutsche Börse 入股，估值约 $13.3B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Spektr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KYC / 风控基础设施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Paxos Labs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Amplify 稳定币工具链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MicroStrategy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继续加杠杆买 BTC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846320" y="3063240"/>
            <a:ext cx="3749040" cy="777240"/>
          </a:xfrm>
          <a:prstGeom prst="rect">
            <a:avLst/>
          </a:prstGeom>
          <a:solidFill>
            <a:srgbClr val="FFF8E7"/>
          </a:solidFill>
          <a:ln w="12700">
            <a:solidFill>
              <a:srgbClr val="FFF8E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047488" y="31821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一级市场和并购继续押注三条主线：合规交易入口、稳定币基础设施、AI 驱动的风控与运营工具。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2026.04.13–04.19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安全事件 &amp; 重点赛道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安全事件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37033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914400"/>
                <a:gridCol w="19202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损失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Kelp DAO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$294M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rsETH 跨链桥伪造消息攻击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Grinex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$13.7M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交易所被盗后暂停服务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Rhea Finance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$18.4M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滑点逻辑漏洞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Kraken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内部事件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约 2,000 账户信息被查看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0175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稳定币 / AI / 预测市场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31012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收益型稳定币近半年增速约为大盘 15 倍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Virtuals ACP 推进 Agent 跨链持资与执行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 USD + CTF V2 改善手续费与撮合效率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8229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× Crypto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0" y="120700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Messari 判断 AI Agent 将成主要链上用户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ETHGas 与 ether.fi 达成 $3B 级合作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Net Mainnet V2 推动 DePIN 算力叙事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 强化 human-in-the-loop Agent 安全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27889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预测市场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46320" y="317296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选举相关成交累计超 $2B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油价和地缘政治合约热度显著抬升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 相关市场成为最集中流量入口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监管审视开始跟上产品扩张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2026.04.13–04.19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 催化剂 &amp; 周度展望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56692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011680"/>
                <a:gridCol w="1234440"/>
                <a:gridCol w="14630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影响资产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预期影响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4月下旬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ETHA Staking ETF 最终截止期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 / LDO / ETHFI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质押收益资产重估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4月下旬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CLARITY Act 审议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全市场 / 稳定币 / DeFi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监管预期重定价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4/27–4/29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Bitcoin 2026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BTC / BTC L2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机构与 BTCFi 催化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4/29–4/30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TOKEN2049 Dubai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广义山寨 / VC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合作与融资催化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4/30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KMNO 解锁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KMNO / Solana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中度供给压力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5/4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CME 上线 SUI Futures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SUI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机构衍生品入口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914400"/>
            <a:ext cx="23774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55080" y="914400"/>
            <a:ext cx="237744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37960" y="914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周度总结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65392" y="1353312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市场完成一轮仓位修复，但并未脱离脆弱区间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监管与安全将决定下一阶段风险偏好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组合相关方向里，HYPE 仍最强，ENA/PENDLE 对流动性更敏感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 ETH 质押 ETF 与 CLARITY 同时推进，ETH beta 可能重新领先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537960" y="3246120"/>
            <a:ext cx="1874520" cy="822960"/>
          </a:xfrm>
          <a:prstGeom prst="rect">
            <a:avLst/>
          </a:prstGeom>
          <a:solidFill>
            <a:srgbClr val="FFF8E7"/>
          </a:solidFill>
          <a:ln w="12700">
            <a:solidFill>
              <a:srgbClr val="FFF8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0" y="34015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组合观察：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 HYPE 的结构性强势，以及 ENA / PENDLE 在流动性继续回暖时的弹性。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2026.04.13–04.19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42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加密市场周报 2026.04.13–04.19</dc:title>
  <dc:subject>Crypto Weekly Digest</dc:subject>
  <dc:creator>42</dc:creator>
  <cp:lastModifiedBy>42</cp:lastModifiedBy>
  <cp:revision>1</cp:revision>
  <dcterms:created xsi:type="dcterms:W3CDTF">2026-04-19T17:31:15Z</dcterms:created>
  <dcterms:modified xsi:type="dcterms:W3CDTF">2026-04-19T17:31:15Z</dcterms:modified>
</cp:coreProperties>
</file>