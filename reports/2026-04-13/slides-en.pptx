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英文版封面同样要强调，本周不是全面 risk-on，而是一次修复中的再分化。机构回流和仓位挤压让市场看起来很强，但 Kelp DAO 的大额攻击提醒投资人，底层风险还在，所以不应把这轮反弹简单理解成趋势翻转。
2. 对海外 LP 来说，最值得解释的是美国监管正在变得更“可操作”。DeFi front-end safe harbor 与 CLARITY Act 的推进，意味着过去纯靠执法裁量的灰区开始被重新定义，这会直接影响未来哪些赛道更容易被机构配置。
3. 结构性赢家已经在浮现。Hyperliquid、Plasma、Virtuals、Polymarket 这些项目共同反映出一个方向，就是资金正在重新奖励有真实用户、有现金流潜力、有产品闭环的平台。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这页需要向英文受众解释，价格上涨背后的主要驱动力仍是仓位修复。连续负资金费率意味着前期市场做空非常拥挤，因此当宏观情绪略有缓和、资金重新流入时，价格会表现出超预期的弹性，但这并不等于基本面已经全面改善。
2. ETH 的资金流质量比表面涨幅更重要。ETH 产品净流入改善，加上市场对 staking ETF 最终期限的关注升温，使 ETH 重新具备“制度型催化”属性。对机构来说，这种资产通常比单纯 beta 资产更容易获得持续配置。
3. 在 portfolio lens 下，HYPE 仍是最有结构性逻辑的强者，ENA 和 PENDLE 则更像流动性与利率预期修复的高弹性表达。DYDX 的涨幅虽然大，但如果没有市场份额回升配合，它更像交易性反弹而不是基本面反转。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对 LP 来说，这页最该看的不是某个 headline 本身，而是它们共同指向的产业结构变化。市场总量在去杠杆后没有回到高点，但头部平台仍在增强，这说明行业已经进入“低增速但高集中度”的阶段，赢家的护城河反而可能更深。
2. Hyperliquid 的表现尤其重要，因为它证明链上衍生品不是昙花一现的交易热度，而是在持续蚕食中心化交易所的份额。只要这个趋势继续，围绕链上撮合、保证金、流动性、做市和清算的整条价值链都会被重估。
3. TON、Tempo、Plasma 这些基础设施方向则说明，下一轮增长不会只由单一公链带动，而会来自不同类型的专用执行环境。消费级支付、机构隐私链、稳定币结算层、Agent commerce 这些场景可能分别孕育出新的赢家。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对英文受众需要强调，当前监管变化的关键在于角色拆分。市场过去常把“crypto”当成一个整体被监管，但现在 SEC 和立法机构开始区分 front-end、custody、settlement、tokenized securities、stablecoin yield 等不同环节。谁的业务模式更清晰，谁就更容易拿到机构资本。
2. CLARITY Act 之所以重要，是因为它可能把临时指引变成更长期的制度基础。一旦数字商品和证券型代币的边界更稳定，传统金融机构就能更放心地推出 ETF、结构化产品、托管和交易服务，这会是长期增量资金进入的必要条件。
3. 融资与并购也说明资本现在更偏好“卖铲子”业务。Kraken 的二级交易、Paxos Labs 的企业工具、Spektr 的合规自动化，背后共同的逻辑是，市场正在为帮助机构上链的基础设施付更高估值，而不是单纯追逐高波动 beta。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对外部投资人来说，Kelp DAO 事件的真正含义在于“模块化安全风险”的再定价。很多协议现在并不是单点故障，而是把桥、预言机、再质押、外部消息验证耦合在一起，一旦其中一个环节失效，损失会快速传导到多个协议和市场。
2. 稳定币、AI Agent、预测市场这三条线值得放在一起看，因为它们共同描绘的是 crypto 如何承接真实经济活动。稳定币解决支付和结算，AI Agent 解决自动化执行，预测市场解决概率和信息定价，这三层一旦打通，会比传统单点协议拥有更强的规模效应。
3. 预测市场的 mainstream 化已经开始产生第二层影响。随着它越来越被媒体、终端和研究平台引用，监管自然会跟上。这既带来合规压力，也可能反过来提升头部平台的壁垒，因为只有少数玩家能承受长期合规成本。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接下来两周的市场方向，很大程度取决于制度催化能否兑现。ETH staking ETF 的最终期限和 CLARITY Act 的推进，都是能改变长期资金配置逻辑的事件。如果这两件事有正面进展，市场将更愿意重新给 ETH、质押赛道、稳定币和 DeFi infrastructure 提高估值。
2. 同时不能忽视供给和事件风险。像 KMNO 解锁这类供给事件，在成交量尚未完全恢复的环境中仍可能显著放大波动。也就是说，中期方向和短期节奏依然可能分离，仓位管理会比单纯方向判断更重要。
3. 组合角度，HYPE 依然最有结构性确定性，因为它背后是链上衍生品持续抢占市场份额的长期趋势。ENA 和 PENDLE 更像在流动性回暖、稳定币收益扩张、风险偏好改善时会表现更好的高弹性工具。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13 – April 19,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Messari · The Block · CoinGecko · DefiLlama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Themes: Kelp exploit, institutional inflows, CLARITY Act, Hyperliquid concentration, agent commerce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Market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$75,480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+6.5%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444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$2,312.20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444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+5.7%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&amp; Greed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14032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097280"/>
                <a:gridCol w="4297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$85.86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Recovered from the $81.5 support 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$43.18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Perp DEX leader keeps consolidating 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high-beta rebound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Yield-theme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low-base bounce, but share still weak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market cap at $2.63T, BTC dominance 57.5%, 24h volume $109.0B. The market moved from panic toward cautious repair.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2026.04.13–04.19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Top Stories &amp; Industry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261872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435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Kelp DAO $294M exploit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4630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bridge and LRT security risk exposed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" y="1920240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+ CLARITY progress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perimeter becomes more actionable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" y="257860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$2.2B institutional inflows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27797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and ETH lead allocation rebound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" y="3236976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186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at ~44% share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7552" y="34381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 DEX market concentrates around the leader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895344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8770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Virtuals ACP / Polymarket USD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409651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usage rails continue to expand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activates Catchain 2.0 with sub-second confirmations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launches Zones for permissioned private execution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TVL mix shifts further toward lending yield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Higota roadmap discussion stays focused on Verkle Trees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Perp DEXes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gives DeFi interfaces a 5-year interim safe harbor path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 TVL tops $2B after Tether-linked rollout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keeps taking share with ~ $6.5B daily volume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volume cools, but leader concentration rises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2026.04.13–04.19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Regulation &amp; Fundraising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&amp; Policy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no-action for DeFi interfaces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 and neutral front-ends benefit most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Senate advances CLARITY 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BTC, ETH, SOL taxonomy becomes clearer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securities framework evolves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format does not remove securities status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launches PVARA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notable national shift from ban to regulated adoption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yield debate unresolved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and crypto firms still at odds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&amp; M&amp;A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Kraken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Deutsche Börse secondary investment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Spektr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AI-driven KYC and risk tooling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Paxos Labs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Amplify stablecoin toolkit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MicroStrategy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 capital for BTC accumulation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063240"/>
            <a:ext cx="3749040" cy="77724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47488" y="3182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remains focused on compliant trading access, stablecoin infrastructure, and AI-powered operating tools.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2026.04.13–04.19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Security &amp; Key Sectors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3703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14400"/>
                <a:gridCol w="1920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Kelp DAO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$294M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Forged rsETH bridge message exploit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Grinex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$13.7M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Exchange breach and service suspension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Rhea Finance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$18.4M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Slippage logic vulnerability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Kraken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incident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2,000 accounts viewed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017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/ AI / Prediction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3101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Yield-bearing stablecoins are growing roughly 15x faster than the market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Virtuals ACP expands agent-held capital and cross-chain execution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USD + CTF V2 improve matching efficiency and fee capture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Messari sees AI agents becoming major on-chain users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ETHGas and ether.fi announce a $3B-scale partnership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Net Mainnet V2 revives DePIN compute narrative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pushes human-in-the-loop agent security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Election-related volume remains above $2B cumulative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and geopolitics markets absorb major new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BTC-linked contracts remain the primary liquidity magnet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scrutiny is rising with mainstream adoption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2026.04.13–04.19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Catalysts &amp; Outlook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56692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11680"/>
                <a:gridCol w="123444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Apr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ETHA staking ETF final deadline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 / LDO / ETHFI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Repricing of staking-yield assets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Apr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CLARITY Act committee process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 market / stablecoins / DeFi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repricing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27–29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Bitcoin 2026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 / Bitcoin L2s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and BTCFi catalyst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29–30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TOKEN2049 Dubai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 alt / VC ecosystem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 and fundraising catalyst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30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KMNO unlock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KMNO / Solana DeFi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supply pressure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CME SUI futures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derivatives access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914400"/>
            <a:ext cx="2377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914400"/>
            <a:ext cx="237744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Takeaway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65392" y="1353312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repaired positioning, but remains fragile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and security will shape the next leg of risk appetite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remains structurally strongest in the portfolio lens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 and PENDLE stay more sensitive to liquidity recovery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37960" y="3246120"/>
            <a:ext cx="1874520" cy="82296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3401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lens: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HYPE for structural strength, and ENA / PENDLE for liquidity-driven upside beta.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2026.04.13–04.19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42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Market Weekly 2026.04.13–04.19</dc:title>
  <dc:subject>Crypto Weekly Digest</dc:subject>
  <dc:creator>42</dc:creator>
  <cp:lastModifiedBy>42</cp:lastModifiedBy>
  <cp:revision>1</cp:revision>
  <dcterms:created xsi:type="dcterms:W3CDTF">2026-04-19T17:31:15Z</dcterms:created>
  <dcterms:modified xsi:type="dcterms:W3CDTF">2026-04-19T17:31:15Z</dcterms:modified>
</cp:coreProperties>
</file>