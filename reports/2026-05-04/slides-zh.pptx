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本页最重要的三件事：
1. 本周市场的核心不是单纯上涨，而是“主线越来越清楚”。政策、稳定币支付和 AI Agent 基础设施开始同时指向同一件事，也就是 crypto 正在从投机市场逐渐长成一套可用的金融与结算网络。
2. 封面上列出的几个关键词里，CLARITY Act 和 Meta 稳定币试点最值得重视。前者决定美国会不会给行业一个更可预期的监管框架，后者则代表 Web2 巨头终于开始把稳定币当成真实支付轨道，而不是概念实验。
3. 对组合而言，Hyperliquid、ENA、PENDLE 这类能承接真实流量和利率主题的资产，比单纯公链 beta 更值得跟踪。市场正在奖励有现金流捕获和场景闭环的方向。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本页最重要的三件事：
1. BTC 重新站上 8 万美元上方，本质上意味着市场愿意为“监管预期改善 + 机构配置回流”重新付价。值得注意的是，这轮上涨并没有伴随特别夸张的成交量放大，所以它更像结构性重估，而不是全面狂热。
2. ETH 明显跑输 SOL、ENA、PENDLE 这类更高弹性资产，说明市场当前偏好的不是“以太坊大盘叙事”，而是能够承接稳定币、收益率、交易活动和 AI 主题的更直接资产。这种分化对选币比对大方向更重要。
3. 恐惧贪婪指数回到 47，代表市场已从防守区回到中性区。接下来若政策催化继续兑现，风险偏好有继续改善空间；但如果监管表述或稳定币奖励条款低于预期，当前这波修复也可能重新降温。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本页最重要的三件事：
1. 这页最关键的结论是，市场的中心已经从“哪条链更快”转到“谁能承接真实需求”。a16z 的募资方向、Meta 的稳定币试点、Hyperliquid 的交易扩张，背后共同指向的是支付、执行和结算，而不是单纯的公链性能竞赛。
2. L1/L2 本周相对平淡不是坏事，反而说明市场在自然筛选更成熟的主线。过去行业常常被新链叙事主导，但现在资金更愿意追逐能够直接产生交易量、结算流量或收费能力的基础设施，这种迁移通常意味着行业进入更成熟阶段。
3. DeFi 和永续合约的对比也很鲜明。一边是 Kelp 余波让市场重新审视可组合风险，另一边是 Hyperliquid 继续拿走更多交易份额。这说明用户并没有离开链上交易，只是更偏向简单、清晰、深流动性的头部平台。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本页最重要的三件事：
1. 监管现在进入了最有价值的阶段，也就是不再讨论“要不要管”，而是在讨论“怎么分类、谁来管、允许哪些商业模式”。对市场来说，这比单纯口头友好更重要，因为它直接决定机构敢不敢上线产品、敢不敢配置资金。
2. 稳定币奖励条款之争的本质，是银行存款和链上美元在争夺同一种用户余额。监管不愿意让 crypto 公司直接复制银行的收益型存款功能，所以未来真正能跑出来的模式，很可能是支付返利、生态积分、手续费返还等边界更清晰的设计。
3. 一级市场和并购也验证了这件事。a16z、Bullish、Payward 这些交易都不是在追逐短期热点，而是在提前卡位下一轮机构上链所需的底层设施。谁掌握合规入口、支付流量和资产登记能力，谁就更有可能拿走下一阶段的利润池。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本页最重要的三件事：
1. 安全这周最值得注意的不是某一个漏洞本身，而是市场行为发生了变化。Solv 主动迁移 7 亿美元 tokenized BTC，说明桥安全已经从“技术人讨论的话题”变成了大资金的实际配置约束。未来桥、预言机、托管路径的可信度会直接影响 TVL 和估值。
2. 稳定币、AI Agent、预测市场三条线放在一起看，会更容易理解下一阶段行业增长从哪里来。稳定币负责结算，Agent 负责自动执行，预测市场提供实时概率和信息定价。如果这三层打通，行业会从单点协议竞争升级为完整金融操作系统竞争。
3. 预测市场尤其值得重视，因为它开始从“下注平台”变成“信息中间层”。一旦交易员、媒体、研究机构和 AI Agent 都开始引用同一套链上概率市场，头部平台会天然形成数据和流动性的双重网络效应。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本页最重要的三件事：
1. 接下来一周最重要的事件毫无疑问是 5 月 14 日的 CLARITY Act 审议。它不一定立刻带来价格单边上涨，但会显著影响市场愿意给稳定币、交易平台、DeFi 前端和钱包类资产多少监管折价，因此对结构性定价非常关键。
2. 供给端也不能忽视。APT、ARB、STRK、AEVO 等一系列解锁集中出现，意味着即使宏观和政策层面继续改善，细分资产之间也会因为解锁压力产生明显分化。所以未来一到两周更像“选主线、控供给”的市场，而不是无差别上涨。
3. 组合层面，我更关注三类东西。第一是政策落地后谁最先受益，第二是稳定币分发和 Agent 支付是否继续扩张，第三是交易基础设施龙头是否能在波动中继续吸走流量。如果这三条线继续兑现，市场会更偏向质量资产而不是纯情绪资产。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417320"/>
            <a:ext cx="1097280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6459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2026年5月4日 — 5月10日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数据来源：Messari · The Block · CoinGecko · Reuters · CoinDesk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3794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本周关键词：CLARITY Act、Meta稳定币、a16z Fund V、Hyperliquid、桥安全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FOR LP DISTRIBUTION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市场概览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560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868680"/>
            <a:ext cx="54864" cy="9601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960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1188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$81,347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49808" y="15361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+3.4%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3280" y="868680"/>
            <a:ext cx="2560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868680"/>
            <a:ext cx="54864" cy="9601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84448" y="960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84448" y="1188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$2,349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84448" y="15361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+0.9%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868680"/>
            <a:ext cx="2560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868680"/>
            <a:ext cx="54864" cy="9601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960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恐惧贪婪指数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19088" y="11887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059168" y="126187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80467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554480"/>
                <a:gridCol w="1097280"/>
                <a:gridCol w="42976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资产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价格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备注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$94.83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主流 beta 中最强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$43.16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+5.9%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龙头地位稳固，解锁临近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$0.1325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稳定币收益主线受益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利率交易继续升温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DYDX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$0.1720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低基数修复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总市值 $2.79T，BTC 主导率 58.3%，24h 成交额 $60.4B。上涨延续，但量能未全面跟上。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 | 2026.05.04–05.10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 本周要闻 &amp; 行业动态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778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本周要闻 TOP 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" y="1261872"/>
            <a:ext cx="274320" cy="2743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61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87552" y="124358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a16z 募资 22 亿美元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87552" y="146304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一级市场继续押注稳定币与 AI Agent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85216" y="1920240"/>
            <a:ext cx="274320" cy="2743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87552" y="1901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5/14 审议 CLARITY Act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87552" y="212140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市场结构法案进入关键窗口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85216" y="2578608"/>
            <a:ext cx="274320" cy="2743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7552" y="256032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× Stripe 稳定币试点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87552" y="277977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Web2 开始把稳定币用于创作者分发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85216" y="3236976"/>
            <a:ext cx="274320" cy="2743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87552" y="321868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Hyperliquid + HYPE 解锁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87552" y="343814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强基本面与供给扩张并存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85216" y="3895344"/>
            <a:ext cx="274320" cy="2743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87552" y="3877056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桥与交易基础设施安全再被重估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87552" y="409651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资产迁移与风控产品化加速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82296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822960"/>
            <a:ext cx="4114800" cy="3200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822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&amp; Layer 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1207008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本周无压倒性大升级，主线让位于支付与监管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 Network 5/11 Protocol 23 值得观察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强化 AI + 后量子安全叙事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 继续是最强主流 beta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7889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788920"/>
            <a:ext cx="4114800" cy="3200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788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 &amp; 永续合约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3172968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Kelp 余波仍压制可组合杠杆偏好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Aave/Compound 更强调风控优先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Hyperliquid 龙头优势不改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收益型资产继续跑赢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 | 2026.05.04–05.10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 监管政策 &amp; 投融资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54864" cy="37490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778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监管与政策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5/14 审议 CLARITY Act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5361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市场结构与稳定币规则进入关键窗口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稳定币奖励出现折中版本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3055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限制与银行存款等价的被动收益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SEC/CFTC 分工预期升温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72491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交易所、钱包、DeFi 估值折价或下降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稳定币试点受监管关注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3192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平台型支付扩张进入政策视野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37033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政策重心转向“如何允许创新”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91363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从粗放执法走向分类监管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8229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822960"/>
            <a:ext cx="54864" cy="37490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8778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投融资与并购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325880"/>
          <a:ext cx="374904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822960"/>
                <a:gridCol w="17830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项目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金额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备注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a16z Crypto Fund V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$2.2B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稳定币、Agent、crypto rails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Bullish × Equiniti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$4.2B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tokenized securities 基建整合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Payward × Reap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$600M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稳定币跨境支付扩张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OpenTrade / Squads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$17M / $18M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机构收益与企业多签工具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4846320" y="3063240"/>
            <a:ext cx="3749040" cy="777240"/>
          </a:xfrm>
          <a:prstGeom prst="rect">
            <a:avLst/>
          </a:prstGeom>
          <a:solidFill>
            <a:srgbClr val="FFF8E7"/>
          </a:solidFill>
          <a:ln w="12700">
            <a:solidFill>
              <a:srgbClr val="FFF8E7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047488" y="31821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资本继续追逐三类资产：合规入口、稳定币分发、AI/Agent 金融基础设施。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 | 2026.05.04–05.10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安全事件 &amp; 重点赛道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114800" cy="3200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22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安全事件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37033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868680"/>
                <a:gridCol w="187452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项目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损失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说明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TrustedVolumes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$5.9M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RFQ 代理设计缺陷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Cryptomax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$200M+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交易所被盗，待更多核实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DSJEX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冻结 $41.5M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多方协作追缴进展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Solv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迁移 $700M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因桥安全担忧主动切换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30175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稳定币 / AI / 预测市场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331012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与 Stripe 把稳定币推向创作者支付场景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a16z、AWS、Google 继续强化 Agent 支付叙事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预测市场正成为交易与信息定价的中间层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82296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822960"/>
            <a:ext cx="4114800" cy="3200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822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× Crypto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46320" y="1207008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a16z Fund V 明确押注 Agent 与稳定币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企业和 Agent 可能成为下一波稳定币主需求方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/ HPC / compute 叙事继续受益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支付、身份、KYA 成为新中间件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63440" y="27889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2788920"/>
            <a:ext cx="4114800" cy="3200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0" y="2788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预测市场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846320" y="3172968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Hyperliquid HIP-4 带来新交易层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Polymarket 继续向机构级监控靠拢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概率层正在被媒体、交易与 AI 共用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头部流动性进一步集中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 | 2026.05.04–05.10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🔮  催化剂 &amp; 周度展望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14400"/>
          <a:ext cx="56692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011680"/>
                <a:gridCol w="1234440"/>
                <a:gridCol w="15087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日期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事件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影响资产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预期影响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5/11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 Network Protocol 23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 / 新公链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智能合约主题交易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5/12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APT 解锁约 1130 万枚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APT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中等供给压力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5/13–5/14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Digital Assets Week USA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RWA / 基建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机构合作催化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5/14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参议院审议 CLARITY Act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全市场 / 稳定币 / DeFi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最关键监管催化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5/15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STRK / SEI / AEVO 解锁窗口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L2 / 交易类资产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多资产波动抬升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5/16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ARB 解锁约 9265 万枚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ARB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供给压力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355080" y="914400"/>
            <a:ext cx="23774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355080" y="914400"/>
            <a:ext cx="2377440" cy="3200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0" y="914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周度总结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565392" y="1353312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市场修复仍由少数高质量主线驱动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5/14 CLARITY Act 是最重要观察点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 / PENDLE 保持高弹性，HYPE 看供给消化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桥安全与支付基础设施会继续影响资金分配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537960" y="3246120"/>
            <a:ext cx="1874520" cy="822960"/>
          </a:xfrm>
          <a:prstGeom prst="rect">
            <a:avLst/>
          </a:prstGeom>
          <a:solidFill>
            <a:srgbClr val="FFF8E7"/>
          </a:solidFill>
          <a:ln w="12700">
            <a:solidFill>
              <a:srgbClr val="FFF8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56832" y="34015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组合观察：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继续跟踪政策兑现、稳定币分发和交易基础设施龙头。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 | 2026.05.04–05.10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42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加密市场周报 2026.05.04–05.10</dc:title>
  <dc:subject>Crypto Weekly Digest</dc:subject>
  <dc:creator>42</dc:creator>
  <cp:lastModifiedBy>42</cp:lastModifiedBy>
  <cp:revision>1</cp:revision>
  <dcterms:created xsi:type="dcterms:W3CDTF">2026-05-10T17:12:54Z</dcterms:created>
  <dcterms:modified xsi:type="dcterms:W3CDTF">2026-05-10T17:12:54Z</dcterms:modified>
</cp:coreProperties>
</file>