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这一周对英文受众最需要解释的是，市场并不是简单地 risk-on 了，而是开始围绕少数高确定性主线重新定价。监管清晰度、稳定币支付和 AI Agent 基础设施正在互相强化，说明 crypto 正在从纯交易市场向真实金融网络过渡。
2. Meta 通过 Stripe 做稳定币创作者支付试点，是一个比价格波动更值得注意的信号。因为这代表大型互联网平台开始把稳定币看成实际的跨境分发工具，而不是只和 crypto native 用户相关的东西。
3. a16z 新基金和 Hyperliquid 的持续强势则说明资本市场的偏好已经很清楚，大家更愿意为结算、支付、执行和流动性基础设施买单，而不是为缺少场景支撑的叙事资产买单。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BTC 站稳 8 万美元上方，说明政策预期和机构资金流向正在提供新的定价锚。但成交量没有同步放大，意味着这轮上涨更多是集中在高质量资产上的重估，而不是全市场同步扩张。
2. ETH 跑输 SOL、ENA、PENDLE，说明本周市场追逐的是更直接的叙事承接者，比如稳定币收益、链上交易活动、支付和 AI 相关基础设施，而不是广义的大盘 beta。对 LP 来说，这种分化意味着选赛道和选资产的重要性高于单纯判断方向。
3. Fear &amp; Greed 回到 47 代表情绪从防守切回中性，但还没有进入过热区域。如果下周 CLARITY Act 带来积极进展，情绪有可能继续上修；反过来，如果法案细节令市场失望，当前这波修复也容易出现回撤。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英文版这一页最想传达的是，行业注意力正在从基础设施性能竞争转向实际需求承接能力。a16z、Meta 和 Hyperliquid 代表的并不是三个分散事件，而是同一个趋势，也就是支付、执行、交易和结算正成为新一轮价值捕获中心。
2. L1/L2 本周相对安静，反而凸显出行业成熟。以前很多周报会被“新链、新升级、新 TPS”主导，但现在真正驱动市场的是谁能承接稳定币流量、企业支付、Agent 行为和持续交易活动，这种变化通常对长期投资者更重要。
3. DeFi 与 perp DEX 的结构也很清楚。可组合杠杆和桥风险让市场更谨慎，但用户并没有退出链上交易，而是在向更简单、更深流动性、更成熟风控的平台集中。Hyperliquid 的持续领先正好说明了这一点。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监管的价值不在于短期 headline，而在于它是否能降低长期不确定性。CLARITY Act 一旦推动 SEC/CFTC 权限边界更明确，交易平台、钱包、DeFi 前端和稳定币业务的估值基础就会更稳，因为机构终于可以据此设计产品和风控框架。
2. 稳定币奖励条款的争议反映了一个更深层的冲突，也就是链上美元到底能不能复制银行存款的经济属性。如果监管最终不允许直接做“类存款收益”，市场就会转向更间接的用户激励和支付返利模式，这会改变稳定币商业模式的利润分配。
3. Fundraising 与 M&amp;A 也很能说明问题。a16z、Bullish、Payward 这几笔交易分别覆盖了风险资本、交易基础设施和支付网络，说明聪明资金正在沿着同一条路线布局，也就是把 crypto 嵌入更大范围的金融和互联网分发系统。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安全问题现在越来越像配置问题，而不只是工程问题。Solv 因为桥安全担忧迁移 7 亿美元资产，说明大资金已经把跨链路径、消息验证和托管方式视为决定是否配置某个协议的重要因素，这会持续改变资本流向。
2. 稳定币、AI Agent 和预测市场放在一起看，能更清楚地看到下一阶段基础设施长什么样。稳定币提供价值转移，Agent 负责自动执行，预测市场提供实时概率和信息定价，这三层如果结合，会构成新的 crypto-native operating stack。
3. 预测市场的价值正在从“下注”升级为“概率 API”。一旦交易员、研究机构、媒体乃至 AI Agent 都把同一套链上概率市场当成参考数据，头部平台就会积累强大的网络效应，这对长期估值非常重要。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下周的最核心催化就是 5 月 14 日的 CLARITY Act 审议。它未必马上决定价格方向，但会决定市场是否愿意进一步压缩监管折价，尤其是对稳定币、交易平台、钱包和 DeFi 基础设施这几类资产来说，影响会比对纯 beta 资产更直接。
2. 供给端会让市场继续分化。APT、ARB、STRK、AEVO 等解锁提醒我们，即便大方向偏积极，单个资产也可能因为供给释放而表现落后。所以未来一到两周是一个非常典型的“选主线、躲供给、看政策”的阶段。
3. 组合层面，我会继续盯三件事。第一，政策是否真的往更清晰的分类监管迈进；第二，稳定币是否继续向 Web2 分发和 Agent 支付扩张；第三，Hyperliquid 这类基础设施龙头能否在供给和波动中继续吃到更多流量。如果答案大多是肯定的，市场会越来越偏好质量而不是噪音。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17320"/>
            <a:ext cx="109728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645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Market Weekly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4 – May 10, 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Messari · The Block · CoinGecko · Reuters · CoinDesk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Themes: CLARITY Act, Meta stablecoins, a16z Fund V, Hyperliquid, bridge security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FOR LP DISTRIBUTION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Market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68680"/>
            <a:ext cx="54864" cy="9601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960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$81,347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49808" y="15361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+3.4%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86868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868680"/>
            <a:ext cx="54864" cy="9601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960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84448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$2,349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84448" y="15361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+0.9%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86868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868680"/>
            <a:ext cx="54864" cy="9601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960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 &amp; Greed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19088" y="1188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059168" y="12618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8046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554480"/>
                <a:gridCol w="1097280"/>
                <a:gridCol w="42976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$94.83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Strongest major-beta performer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$43.16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Leadership intact, unlock pressure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$0.1325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Stablecoin-yield theme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Rates/yield trade strengthens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DYDX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$0.1720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Low-base rebound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market cap $2.79T, BTC dominance 58.3%, 24h volume $60.4B. Rally extended, but broad participation is still incomplete.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Market Weekly | 2026.05.04–05.10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 Top Stories &amp; Industry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77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STORIES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" y="1261872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87552" y="124358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a16z raises $2.2B Fund V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87552" y="146304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conviction in stablecoins and AI agents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5216" y="1920240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7552" y="1901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Act markup set for May 14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87552" y="212140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structure enters a key week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5216" y="2578608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25603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× Stripe stablecoin pilot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87552" y="277977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Stablecoins move deeper into Web2 payouts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85216" y="3236976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87552" y="321868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Hyperliquid + HYPE unlock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87552" y="343814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fundamentals meet supply expansion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5216" y="3895344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" y="387705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Bridge/security risk repriced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87552" y="409651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trust becomes a portfolio issue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8229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822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&amp; Layer 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120700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dominant L1/L2 headline this week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Protocol 23 is the next catalyst to watch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keeps linking AI and post-quantum security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 remains the strongest major-beta chain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7889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788920"/>
            <a:ext cx="411480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&amp; Perp DEXes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17296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Kelp aftershocks still curb leverage appetite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Aave/Compound risk management back in focus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Hyperliquid keeps absorbing share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Yield-bearing assets continue to outperform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Market Weekly | 2026.05.04–05.10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Regulation &amp; Fundraising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54864" cy="37490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77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 &amp; Policy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14 Senate markup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Act enters a decisive window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 rewards compromise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3055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Bank-like passive yield still restricted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SEC/CFTC split in focus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72491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reduce discount on infra assets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pilot draws policy attention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3192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Platform-scale stablecoin expansion begins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Debate shifts to permitted innovation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9136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blanket enforcement to classification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8229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822960"/>
            <a:ext cx="54864" cy="37490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877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Fundraising &amp; M&amp;A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25880"/>
          <a:ext cx="37490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822960"/>
                <a:gridCol w="1783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a16z Crypto Fund V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$2.2B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Stablecoins, agents, crypto rails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Bullish × Equiniti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$4.2B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Tokenized securities infrastructure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Payward × Reap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$600M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Stablecoin cross-border payments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OpenTrade / Squads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$17M / $18M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Yield infra and enterprise tooling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4846320" y="3063240"/>
            <a:ext cx="3749040" cy="777240"/>
          </a:xfrm>
          <a:prstGeom prst="rect">
            <a:avLst/>
          </a:prstGeom>
          <a:solidFill>
            <a:srgbClr val="FFF8E7"/>
          </a:solidFill>
          <a:ln w="12700">
            <a:solidFill>
              <a:srgbClr val="FFF8E7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047488" y="31821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keeps clustering around compliant access, stablecoin distribution, and AI/agent finance infrastructure.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Market Weekly | 2026.05.04–05.10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Security &amp; Key Sectors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Incidents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37033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868680"/>
                <a:gridCol w="18745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TrustedVolumes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$5.9M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RFQ proxy design flaw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Cryptomax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$200M+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Exchange breach, still being verified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DSJEX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$41.5M frozen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Recovery progress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Solv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$700M migrated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Security-driven bridge switch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017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Stablecoins / AI / Prediction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331012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and Stripe push stablecoins into creator payouts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a16z, AWS, and Google reinforce the agent-payments thesis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markets keep becoming an information layer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8229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822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× Crypto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46320" y="120700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a16z Fund V validates agent/stablecoin rails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Enterprises and agents may drive next stablecoin demand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/ HPC / compute continue to benefit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Payments, identity, and KYA become key middleware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27889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2788920"/>
            <a:ext cx="411480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Markets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46320" y="317296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HIP-4 expands Hyperliquid’s trading stack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Polymarket keeps moving toward institutional oversight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markets are becoming shared data rails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 remains heavily concentrated at the top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Market Weekly | 2026.05.04–05.10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 Catalysts &amp; Outlook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56692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011680"/>
                <a:gridCol w="1234440"/>
                <a:gridCol w="15087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Impact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5/11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 Network Protocol 23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 / new-chain theme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Smart-contract catalyst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5/12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APT unlock ~11.3M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APT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 supply pressure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5/13–5/14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Assets Week USA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RWA / infra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 partnership catalyst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5/14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Senate CLARITY Act markup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 market / stablecoins / DeFi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Most important policy catalyst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5/15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STRK / SEI / AEVO unlock window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L2s / trading assets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Cross-asset volatility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5/16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ARB unlock ~92.65M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ARB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Supply pressure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914400"/>
            <a:ext cx="23774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355080" y="914400"/>
            <a:ext cx="237744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0" y="914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Takeaway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565392" y="1353312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rally is still concentrated in quality themes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14 is the key policy date to watch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ENA/PENDLE remain high-beta winners; HYPE must absorb supply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trust and payment rails still shape flows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537960" y="3246120"/>
            <a:ext cx="1874520" cy="822960"/>
          </a:xfrm>
          <a:prstGeom prst="rect">
            <a:avLst/>
          </a:prstGeom>
          <a:solidFill>
            <a:srgbClr val="FFF8E7"/>
          </a:solidFill>
          <a:ln w="12700">
            <a:solidFill>
              <a:srgbClr val="FFF8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56832" y="34015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lens: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focused on policy delivery, stablecoin distribution, and infra leaders.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Market Weekly | 2026.05.04–05.10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42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 Market Weekly 2026.05.04–05.10</dc:title>
  <dc:subject>Crypto Weekly Digest</dc:subject>
  <dc:creator>42</dc:creator>
  <cp:lastModifiedBy>42</cp:lastModifiedBy>
  <cp:revision>1</cp:revision>
  <dcterms:created xsi:type="dcterms:W3CDTF">2026-05-10T17:12:54Z</dcterms:created>
  <dcterms:modified xsi:type="dcterms:W3CDTF">2026-05-10T17:12:54Z</dcterms:modified>
</cp:coreProperties>
</file>