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第1页最重要的三点：
1. 这一周的核心不是全面牛市回归，而是情绪从恐慌区继续修复。恐惧贪婪指数回到 47，说明市场已经不再像上一周那样被系统性安全冲击主导，但资金依然高度挑剔。
2. 本周最大的结构变化是 BTC 主导率继续升到 58.4%。这背后的原因，是机构资金仍然更愿意配置最清晰、流动性最深、监管路径也最明确的资产，比特币继续扮演整个市场的风险锚。
3. 对 LP 来说，这份周报的主线不是追逐全面 beta，而是识别资金真正愿意付估值的方向，包括 BTC、稳定币基础设施、链上交易基础设施，以及能提供明确现金流的收益类协议。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第2页最重要的三点：
1. BTC、ETH、SOL 的表现继续分化。BTC 周涨 0.8% 并维持在 7.8 万美元上方，ETH 与 SOL 仍然偏弱，说明市场并没有进入典型的山寨轮动阶段。资金当前更在乎确定性，而不是弹性。
2. PENDLE 单周上涨 21.1% 很关键。它说明在风险偏好没有全面回来的情况下，市场开始重新给“收益率、现金流、利率曲线交易”更高权重，这对 DeFi 的风格切换很有参考价值。
3. 恐惧贪婪指数从上周 33 修复到 47，代表情绪层面最坏的阶段暂时过去，但离真正的 risk-on 还差一段距离。后续如果 ETH 继续跑输，说明这轮修复仍以避险和龙头集中为主。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第3页最重要的三点：
1. 本周真正的主线是“集中”。BTC 吸走全市场最稳的机构资金，Hyperliquid 吸走链上永续最强的流动性，DeFi 里则是收益率资产吸走更有限的风险预算。市场并没有同时奖励所有叙事。
2. L1/L2 赛道的变化也很明确，单纯讲 TPS 或模块化已经不够了。未来更重要的是谁能承接稳定币、RWA、链上证券和真实机构流量，这会决定长期估值中枢。
3. 对组合而言，PENDLE 的超额收益提示我们，资金开始重新偏好“有现金流解释、有收益率锚”的资产。这比追逐高波动新概念更符合当前市场阶段。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第4页最重要的三点：
1. 监管线索没有消失，反而越来越具体。现在市场讨论的重点，已经从“美国会不会监管”变成“稳定币收益能不能分配、谁有资格分配、资本金怎么定”，这说明行业在走向制度化深水区。
2. 这类监管进展为什么暂时没有明显推高价格？因为它更偏中期估值框架改善，而不是短期交易催化。市场需要看到规则落地之后，真实收入和真实流量究竟沉淀在哪一层。
3. 所以投融资也越来越集中在基础设施。未来更值得配置的，未必是叙事最热的 token，而是能承接支付、托管、清算、RWA 发行与机构交易的底层平台。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第5页最重要的三点：
1. 本周没有出现类似上周 Kelp DAO / rsETH 那样的大型系统性安全事故，这是情绪能够继续修复的重要原因之一。市场在经历大事故后，最怕的不是单点损失，而是风险继续向借贷、清算和稳定币层传染。
2. 稳定币、AI 和预测市场这三个赛道都还在，但它们的交易逻辑已经比几个月前更严格。稳定币看监管与分发，AI 看真实需求与基础设施，预测市场看政策边界是否放松。
3. 安全问题并没有过去，尤其是 AI 辅助开发让代码产出更快，但也可能让错误更快扩散。后续如果再出现因权限、跨链、预言机或 AI 代码缺陷导致的事故，市场惩罚会非常直接。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第6页最重要的三点：
1. 接下来两周最值得看的，不是短线价格波动，而是几个会改变估值框架的催化剂。Consensus 2026 可能带来监管、合作与融资层面的新信号，尤其适合观察机构叙事是否继续强化。
2. 组合层面需要重点盯住三条线：第一是 BTC 是否继续吸收风险预算；第二是 Hyperliquid 是否继续证明链上永续的集中化趋势；第三是 ETH 扩容预期能否重新带动 ETH beta 修复。
3. 总体判断仍偏谨慎乐观。最坏的恐慌阶段已经过去，但真正的新一轮全面上涨，需要看到 ETH 与高质量山寨同步转强，以及监管利好开始转化为可见的资金流入和收入增长。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91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2026年4月27日 – 5月3日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数据来源：CoinGecko · Messari · The Block · 历史周报模板整理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市场概览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$78,643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72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83870000" dist="161290000" dir="162000000000">
              <a:srgbClr val="000000">
                <a:alpha val="12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868680"/>
            <a:ext cx="54864" cy="9601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38728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$2,327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38728" y="15727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5603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145149000000" dist="20483830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54864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987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恐惧贪婪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Neutral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54480"/>
                <a:gridCol w="1097280"/>
                <a:gridCol w="4251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$84.13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 beta 修复不足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$40.98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龙头强于板块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85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本周最强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收益稳定币承压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5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份额叙事弱化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总市值 $2.70T，BTC 主导率 58.4%，24h 成交额 $51.7B。市场修复更多体现为恐慌消退，而非风险偏好的全面回归。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本周要闻 &amp; 行业动态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8043392300000000" dist="2601446410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本周要闻 TOP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2529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主导率升至 58.4%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44475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资金继续集中在最确定资产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01952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情绪修复至 Neutral 47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10312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恐慌缓解但尚未全面 risk-on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4203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龙头格局未变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761488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链上永续继续向头部集中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0040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PENDLE 周涨 21.1%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41985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收益率叙事重新受追捧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877056"/>
            <a:ext cx="274320" cy="27432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5876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监管与机构化主线延续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407822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更像中期利多而非短期催化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91151082210000000000" dist="330383694070000000000" dir="3.4992e+25">
              <a:srgbClr val="000000">
                <a:alpha val="1.2e+2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1615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竞争继续从技术竞赛走向生态分发战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与稳定币结算支撑高吞吐链基本面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链上证券预期提升，机构流量成下一阶段焦点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2587618744067e+25" dist="4.195872914689e+24" dir="2.09952e+30">
              <a:srgbClr val="000000">
                <a:alpha val="1.2e+2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永续合约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82112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收益类协议相对跑赢，PENDLE 表现突出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维持流动性优势，HYPE 抗跌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尾部协议与老牌 perp 平台继续被压估值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监管政策 &amp; 投融资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598627580496509e+29" dist="5.3287586016550295e+28" dir="1.259712e+35">
              <a:srgbClr val="000000">
                <a:alpha val="1.2e+3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96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稳定币收益分配边界仍是法案博弈核心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984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链上证券与 tokenized assets 继续升温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6426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监管进展更像中期估值利多，不是短线点火器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3009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市场开始从“是否监管”转向“谁将受益”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302570272305663e+33" dist="6.767523424101888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896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投融资与并购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703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观察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交易/托管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机构更偏好合规基础设施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承接真实资金流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继续获得高关注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更接近真实现金流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稳定币分发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支付/卡/钱包层价值凸显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利润不一定留在 token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链上清算层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整合趋势延续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强者更强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846320" y="3154680"/>
            <a:ext cx="3703320" cy="658368"/>
          </a:xfrm>
          <a:prstGeom prst="rect">
            <a:avLst/>
          </a:prstGeom>
          <a:solidFill>
            <a:srgbClr val="FFF8E7"/>
          </a:solidFill>
          <a:ln/>
          <a:effectLst>
            <a:outerShdw sx="100000" sy="100000" kx="0" ky="0" algn="bl" rotWithShape="0" blurRad="2.578426424582819e+37" dist="8.594754748609397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154680"/>
            <a:ext cx="54864" cy="65836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4"/>
          <p:cNvSpPr/>
          <p:nvPr/>
        </p:nvSpPr>
        <p:spPr>
          <a:xfrm>
            <a:off x="5010912" y="3246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关注点：监管框架越清晰，真正受益的往往是发行、分发、托管、交易与清算层，而不是所有相关 token 同步受益。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安全事件 &amp; 热点赛道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2746015592201804e+41" dist="1.0915338530733935e+41" dir="2.72097792e+49">
              <a:srgbClr val="000000">
                <a:alpha val="1.2e+4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安全事件 | 本周未见新增系统性冲击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514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观察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无超大级别新增事故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情绪修复的重要原因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跨链/预言机/权限管理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仍是最敏感风险点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辅助开发风险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审计压力继续上升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市场更看系统传染性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不只看单次损失金额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229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158743980209629e+45" dist="1.386247993403209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822960"/>
            <a:ext cx="41148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稳定币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13385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监管博弈压制 ENA 等收益稳定币相关资产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链上美元扩张仍在继续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价值捕获更可能留在分发和结算层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20574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281604854866228e+49" dist="1.7605349516220764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057400"/>
            <a:ext cx="41148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236829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机构更偏好算力与推理基础设施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赛道从概念炒作转向质量筛选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同时提升增长潜力与安全复杂度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32918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70763816568011e+53" dist="2.235879388560037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291840"/>
            <a:ext cx="411480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36027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交易化品类继续扩张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监管边界仍是最大变量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若规则清晰，容量上限可能上修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2026.04.27–05.03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未来催化剂 &amp; 展望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118872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影响资产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预期影响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5/5–5/7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 2026 Miami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全市场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合作、监管表态与融资窗口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5月上旬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稳定币/市场结构法案推进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稳定币/交易基建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重塑行业估值框架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5月上旬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 扩容与 Gas Limit 测试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ETH/OP/ARB/STRK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影响扩容效率预期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 Hyper 主网上线目标期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BTCFi/BTC 生态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强化 BTC 新叙事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Hyperliquid 生态扩张跟踪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HYPE/perp DEX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验证龙头是否继续集中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82296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518700470413739e+57" dist="2.83956682347124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54864" cy="117043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3401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本周小结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3675888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当前市场更像“高质量资产的防守型修复”，而不是全面 risk-on。BTC 继续提供主锚，Hyperliquid 代表链上交易基础设施的集中趋势，PENDLE 则提示收益率资产重新获得定价权。未来两周重点观察监管落地速度、ETH 扩容预期，以及 HYPE 生态扩张是否继续强化 perp DEX 龙头逻辑。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加密市场周报 | 2026.04.27–05.03 |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加密市场周报</dc:title>
  <dc:subject>crypto weekly digest</dc:subject>
  <dc:creator>42</dc:creator>
  <cp:lastModifiedBy>42</cp:lastModifiedBy>
  <cp:revision>1</cp:revision>
  <dcterms:created xsi:type="dcterms:W3CDTF">2026-05-03T17:12:34Z</dcterms:created>
  <dcterms:modified xsi:type="dcterms:W3CDTF">2026-05-03T17:12:34Z</dcterms:modified>
</cp:coreProperties>
</file>