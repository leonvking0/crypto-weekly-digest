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第1页最重要的三点：
1. 这一周的核心不是全面牛市回归，而是情绪从恐慌区继续修复。恐惧贪婪指数回到 47，说明市场已经不再像上一周那样被系统性安全冲击主导，但资金依然高度挑剔。
2. 本周最大的结构变化是 BTC 主导率继续升到 58.4%。这背后的原因，是机构资金仍然更愿意配置最清晰、流动性最深、监管路径也最明确的资产，比特币继续扮演整个市场的风险锚。
3. 对 LP 来说，这份周报的主线不是追逐全面 beta，而是识别资金真正愿意付估值的方向，包括 BTC、稳定币基础设施、链上交易基础设施，以及能提供明确现金流的收益类协议。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第2页最重要的三点：
1. BTC、ETH、SOL 的表现继续分化。BTC 周涨 0.8% 并维持在 7.8 万美元上方，ETH 与 SOL 仍然偏弱，说明市场并没有进入典型的山寨轮动阶段。资金当前更在乎确定性，而不是弹性。
2. PENDLE 单周上涨 21.1% 很关键。它说明在风险偏好没有全面回来的情况下，市场开始重新给“收益率、现金流、利率曲线交易”更高权重，这对 DeFi 的风格切换很有参考价值。
3. 恐惧贪婪指数从上周 33 修复到 47，代表情绪层面最坏的阶段暂时过去，但离真正的 risk-on 还差一段距离。后续如果 ETH 继续跑输，说明这轮修复仍以避险和龙头集中为主。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第3页最重要的三点：
1. 本周真正的主线是“集中”。BTC 吸走全市场最稳的机构资金，Hyperliquid 吸走链上永续最强的流动性，DeFi 里则是收益率资产吸走更有限的风险预算。市场并没有同时奖励所有叙事。
2. L1/L2 赛道的变化也很明确，单纯讲 TPS 或模块化已经不够了。未来更重要的是谁能承接稳定币、RWA、链上证券和真实机构流量，这会决定长期估值中枢。
3. 对组合而言，PENDLE 的超额收益提示我们，资金开始重新偏好“有现金流解释、有收益率锚”的资产。这比追逐高波动新概念更符合当前市场阶段。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第4页最重要的三点：
1. 监管线索没有消失，反而越来越具体。现在市场讨论的重点，已经从“美国会不会监管”变成“稳定币收益能不能分配、谁有资格分配、资本金怎么定”，这说明行业在走向制度化深水区。
2. 这类监管进展为什么暂时没有明显推高价格？因为它更偏中期估值框架改善，而不是短期交易催化。市场需要看到规则落地之后，真实收入和真实流量究竟沉淀在哪一层。
3. 所以投融资也越来越集中在基础设施。未来更值得配置的，未必是叙事最热的 token，而是能承接支付、托管、清算、RWA 发行与机构交易的底层平台。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第5页最重要的三点：
1. 本周没有出现类似上周 Kelp DAO / rsETH 那样的大型系统性安全事故，这是情绪能够继续修复的重要原因之一。市场在经历大事故后，最怕的不是单点损失，而是风险继续向借贷、清算和稳定币层传染。
2. 稳定币、AI 和预测市场这三个赛道都还在，但它们的交易逻辑已经比几个月前更严格。稳定币看监管与分发，AI 看真实需求与基础设施，预测市场看政策边界是否放松。
3. 安全问题并没有过去，尤其是 AI 辅助开发让代码产出更快，但也可能让错误更快扩散。后续如果再出现因权限、跨链、预言机或 AI 代码缺陷导致的事故，市场惩罚会非常直接。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第6页最重要的三点：
1. 接下来两周最值得看的，不是短线价格波动，而是几个会改变估值框架的催化剂。Consensus 2026 可能带来监管、合作与融资层面的新信号，尤其适合观察机构叙事是否继续强化。
2. 组合层面需要重点盯住三条线：第一是 BTC 是否继续吸收风险预算；第二是 Hyperliquid 是否继续证明链上永续的集中化趋势；第三是 ETH 扩容预期能否重新带动 ETH beta 修复。
3. 总体判断仍偏谨慎乐观。最坏的恐慌阶段已经过去，但真正的新一轮全面上涨，需要看到 ETH 与高质量山寨同步转强，以及监管利好开始转化为可见的资金流入和收入增长。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109728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916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27 – May 3, 2026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CoinGecko · Messari · The Block · prior weekly templates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LP DISTRIBUTION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Market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54864" cy="96012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987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2344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$78,643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49808" y="15727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+0.8%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83870000" dist="161290000" dir="162000000000">
              <a:srgbClr val="000000">
                <a:alpha val="12000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868680"/>
            <a:ext cx="54864" cy="96012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987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38728" y="12344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$2,327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38728" y="15727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145149000000" dist="2048383000000" dir="9720000000000000">
              <a:srgbClr val="000000">
                <a:alpha val="1200000000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68680"/>
            <a:ext cx="54864" cy="9601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987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&amp; Greed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27648" y="12344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Neutral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80467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554480"/>
                <a:gridCol w="1097280"/>
                <a:gridCol w="42519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$84.13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beta recovery still weak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$40.98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Leader stronger than peers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85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weekly 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Yield stablecoin narrative pressured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DYDX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narrative fading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market cap $2.70T, BTC dominance 58.4%, 24h volume $51.7B. The rebound looks more like fear normalization than full risk-on rotation.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2026.04.27–05.03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Top Stories &amp; Industry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8043392300000000" dist="26014464100000000" dir="583200000000000000000">
              <a:srgbClr val="000000">
                <a:alpha val="120000000000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7782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STORIES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243584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43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22529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 dominance rises to 58.4%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1444752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stays concentrated in certainty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1901952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01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188366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recovers to Neutral 47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" y="2103120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Panic fading, but not broad risk-on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560320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54203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leadership intact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2761488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perps still concentrating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218688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18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" y="320040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PENDLE gains 21.1%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419856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narrative regains attention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877056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8770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38587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Regulation/institutionalization continues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" y="4078224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medium-term, not short-term, tailwind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91151082210000000000" dist="330383694070000000000" dir="3.4992e+25">
              <a:srgbClr val="000000">
                <a:alpha val="1.2e+24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&amp; Layer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216152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competition keeps shifting toward ecosystem distribution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 and stablecoin settlement support high-throughput chains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Tokenized securities may become the next institutional flow battleground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2587618744067e+25" dist="4.195872914689e+24" dir="2.09952e+30">
              <a:srgbClr val="000000">
                <a:alpha val="1.2e+29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&amp; Perp DEXes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182112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protocols outperform, led by PENDLE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keeps liquidity leadership with HYPE resilient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protocols and legacy perp venues still de-rating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2026.04.27–05.03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Regulation &amp; Fundraising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598627580496509e+29" dist="5.3287586016550295e+28" dir="1.259712e+35">
              <a:srgbClr val="000000">
                <a:alpha val="1.2e+3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37490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961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&amp; Policy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3258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yield distribution remains the core debate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9842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Tokenized assets / on-chain securities keep gaining traction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264261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progress is a valuation tailwind, not a short-term spark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330098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has shifted from whether to regulate to who benefits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0302570272305663e+33" dist="6.767523424101888e+32" dir="7.558272e+39">
              <a:srgbClr val="000000">
                <a:alpha val="1.1999999999999999e+3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22960"/>
            <a:ext cx="54864" cy="37490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8961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Fundraising &amp; M&amp;A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98448"/>
          <a:ext cx="37033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508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Trading/Custody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Institutions prefer compliant rails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Captures real capital flows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RWA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Still high on the priority list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Closer to real cash-flow assets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Stablecoin distribution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Cards/wallets/payments gaining leverage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may not stay in the token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Clearing layer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Consolidation continues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Favors scale leaders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846320" y="3154680"/>
            <a:ext cx="3703320" cy="658368"/>
          </a:xfrm>
          <a:prstGeom prst="rect">
            <a:avLst/>
          </a:prstGeom>
          <a:solidFill>
            <a:srgbClr val="FFF8E7"/>
          </a:solidFill>
          <a:ln/>
          <a:effectLst>
            <a:outerShdw sx="100000" sy="100000" kx="0" ky="0" algn="bl" rotWithShape="0" blurRad="2.578426424582819e+37" dist="8.594754748609397e+36" dir="4.5349632000000006e+44">
              <a:srgbClr val="000000">
                <a:alpha val="1.1999999999999999e+44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3154680"/>
            <a:ext cx="54864" cy="65836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7" name="Text 14"/>
          <p:cNvSpPr/>
          <p:nvPr/>
        </p:nvSpPr>
        <p:spPr>
          <a:xfrm>
            <a:off x="5010912" y="32461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watch: the clearer the framework, the more value should accrue to issuance, distribution, custody, trading and clearing, not necessarily every related token.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2026.04.27–05.03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 Security &amp; Sector Highlights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2746015592201804e+41" dist="1.0915338530733935e+41" dir="2.72097792e+49">
              <a:srgbClr val="000000">
                <a:alpha val="1.2e+4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822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| No new systemic shock this week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38404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5146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mega new incident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key reason sentiment could recover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Cross-chain/oracle/access control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Still the most sensitive risk vectors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AI-assisted development risk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burden keeps rising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market now prices contagion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just nominal loss size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8229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158743980209629e+45" dist="1.3862479934032098e+45" dir="1.6325867520000003e+54">
              <a:srgbClr val="000000">
                <a:alpha val="1.2e+54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822960"/>
            <a:ext cx="41148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0" y="113385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still pressures yield-stablecoin beta like ENA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dollar expansion continues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capture may stay with distribution/settlement rails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20574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.281604854866228e+49" dist="1.7605349516220764e+49" dir="9.795520512000002e+58">
              <a:srgbClr val="000000">
                <a:alpha val="1.2e+59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057400"/>
            <a:ext cx="41148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× Crypto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6320" y="236829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prefer compute/inference infrastructure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narrative is shifting from hype to quality selection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raises both growth potential and security complexity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63440" y="32918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.70763816568011e+53" dist="2.235879388560037e+53" dir="5.877312307200001e+63">
              <a:srgbClr val="000000">
                <a:alpha val="1.2000000000000001e+64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3291840"/>
            <a:ext cx="41148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Markets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46320" y="360273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set keeps widening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remains the biggest variable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Clearer rules could raise the TAM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2026.04.27–05.03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Catalysts &amp; Outlook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1188720"/>
                <a:gridCol w="3291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impact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5/5–5/7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Consensus 2026 Miami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Market-wide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Partnership, regulation and fundraising window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May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Stablecoin / market structure legislation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Stablecoins / trading infra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Could reshape valuation frameworks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May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 scaling &amp; gas-limit tests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ETH/OP/ARB/STRK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Drives scaling-efficiency expectations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Bitcoin Hyper targeted mainnet window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BTCFi / BTC ecosystem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Could reinforce a fresh BTC narrative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Ongoing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Hyperliquid ecosystem expansion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 / perp DEXes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Tests whether concentration keeps strengthening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37560"/>
            <a:ext cx="82296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.518700470413739e+57" dist="2.839566823471247e+57" dir="3.526387384320001e+68">
              <a:srgbClr val="000000">
                <a:alpha val="1.2e+69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337560"/>
            <a:ext cx="54864" cy="117043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34015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Summary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3675888"/>
            <a:ext cx="7726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still looks like a defensive rebound concentrated in higher-quality assets rather than a full risk-on phase. BTC remains the anchor, Hyperliquid reflects continued concentration in on-chain trading infrastructure, and PENDLE signals that yield assets are regaining pricing power. Watch regulation, ETH scaling expectations, and whether HYPE ecosystem expansion keeps reinforcing the perp DEX leader thesis.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2026.04.27–05.03 |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Market Weekly</dc:title>
  <dc:subject>crypto weekly digest</dc:subject>
  <dc:creator>42</dc:creator>
  <cp:lastModifiedBy>42</cp:lastModifiedBy>
  <cp:revision>1</cp:revision>
  <dcterms:created xsi:type="dcterms:W3CDTF">2026-05-03T17:12:34Z</dcterms:created>
  <dcterms:modified xsi:type="dcterms:W3CDTF">2026-05-03T17:12:34Z</dcterms:modified>
</cp:coreProperties>
</file>