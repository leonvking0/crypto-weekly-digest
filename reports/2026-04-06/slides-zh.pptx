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本周主线不是链上单点爆发，而是宏观风险偏好修复。美伊冲突出现 45 天停火窗口后，油价快速回落，市场把“高油价推高通胀、压制降息”的担忧先做了一轮修正，所以 BTC、ETH 的反弹更像是宏观 relief rally，而不是新牛市确认。
2. 第二条主线是制度预期。CLARITY Act 与稳定币收益规则进入关键推进期，机构现在最关心的不是一句口头利好，而是美国是否真的开始形成可执行的市场结构框架。这会决定 Q2 之后哪些资产拿到估值重估权。
3. 第三条主线是行业内部的结构分化。Hyperliquid、Base、AI Agent 支付轨道这些有真实使用增长的方向在变强，而 Solana 生态仍在消化 Drift 攻击余波。也就是说，资金开始重新奖励“有业务闭环”的子赛道，而不是无差别炒作。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BTC、ETH 同时上涨，而且 ETH 涨幅高于 BTC，这说明资金并不只是被动回补最安全资产，而是开始愿意承担一点额外风险去追逐有明确催化剂的资产。ETH 的催化来自升级预期与潜在机构配置回流，所以它的强势比单纯的反弹更有信息量。
2. 恐惧贪婪指数虽然回升到 16，但仍处在极度恐惧区间。这意味着市场情绪修复还远远没完成，现在更像“从极端悲观回到谨慎观望”，并不是全面 risk-on。对于仓位管理，这通常意味着可以做结构性进攻，但不适合把短期反弹误判成单边趋势。
3. 组合相关资产里，HYPE 的弹性最强，PENDLE/ENA 跟随反弹，DYDX 继续掉队。这里的核心含义是，资金在永续 DEX 龙头和能产生现金流想象的协议之间重新集中，而不是均匀扩散到所有老牌 DeFi 资产。后续若总量资金继续回暖，强者恒强概率会更高。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这页反映的是行业内部的“再集中化”。L2 里是 Base、Arbitrum、Optimism 三强格局更加稳固，DeFi 里是 Aave 把更多信用流动性吸到头部，永续 DEX 里是 Hyperliquid 继续吃份额。熊市或震荡市里，资金通常先回流到最有网络效应和最强执行力的平台。
2. Hyperliquid 的意义已经不只是一个涨得快的代币，而是链上衍生品对中心化交易所的替代速度正在被市场重新估值。Perp DEX/CEX 比率升至约 21%，说明用户越来越接受把主交易行为放到链上执行，这对整个 DeFi 现金流逻辑都是正面的。
3. Circle 做 Arc、SKALE on Base 承接 AI Agent、Ether.fi 大规模迁移到 OP，这些事件共同说明基础设施竞争已经进入“谁能承接真实工作负载”的阶段。未来胜负手不是再讲 TPS 故事，而是谁能更低摩擦地承接稳定币结算、AI 交易代理、机构资金与 RWA 发行。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CLARITY Act 是这周最重要的制度变量，因为它不只是影响稳定币，而是会影响 DeFi、交易所、钱包和资本市场基础设施的合规边界。一旦法案推进明确，市场会开始给“可以合法扩张”的赛道更高估值，而把监管灰区资产继续打折。
2. Nasdaq 代币化证券试点的象征意义很大。过去几年大家一直在讲 RWA，但真正的门槛不在技术，而在证券交易、清算和托管体系是否愿意上链。现在 SEC 允许以试点形式前进，说明传统金融的资产发行与流通链路开始真的松动。
3. 融资与并购也在验证同一件事：资本不再追空洞叙事，而是追有落地收入场景的基础设施。BVNK 与 Mastercard 的大额交易说明稳定币支付已经不只是 crypto native 机会，而是在吸引全球支付网络亲自下场整合。AI 和 RWA 方向持续拿钱，则说明一级市场押注的是“下一代金融操作系统”。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安全事件依然是这个周期里最被低估的系统性风险。Drift 的损失规模和攻击方式说明，问题不只是智能合约漏洞，而是团队治理、权限设计、签名流程、云基础设施都可能成为突破口。也就是说，未来市场会对“治理复杂但安全预算不足”的协议持续打折。
2. 稳定币与 AI × Crypto 其实在同一条逻辑线上：都在争夺“链上真实经济活动的底层结算与执行权”。稳定币负责结算，Agent 负责自动化执行。如果 x402 这类标准普及，链上支付和 AI 自动调用服务之间会出现非常强的飞轮。
3. 预测市场的意义也在升级。过去它更像投机工具，现在越来越像实时定价和情绪数据层。对交易者和研究员来说，它提供了一个比社媒更可量化、比传统民调更实时的预期观察窗口。未来它和稳定币支付、AI 代理结合，可能形成新的链上信息市场基础设施。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接下来一到两周最重要的事情不是价格本身，而是“监管与供给”两个变量谁先主导市场。CLARITY Act 如果顺利推进，会让稳定币、DeFi、RWA 这些长期受折价的赛道先得到修复；反之如果推进受阻，市场会重新回到保守定价框架。
2. 中短期的交易噪音主要来自解锁。STRK、ARB、DBR 这类供给事件不会改变长期逻辑，但会显著影响局部流动性和板块风险偏好，尤其是在整体成交额仍未完全恢复的环境下。也就是说，方向判断正确不代表时间点正确，需要更重视仓位节奏。
3. 组合角度，HYPE 仍是最强结构性资产，因为它背后对应的是链上衍生品份额提升这个长期趋势。PENDLE 与 ENA 则更像风险偏好修复下的弹性仓位。如果未来两周监管预期转暖，这两类资产可能继续补涨；如果宏观再度恶化，资金大概率仍先回到 BTC 和少数现金流逻辑更清晰的龙头。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45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2026年4月6日 — 4月12日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数据来源：Messari · The Block · CoinGecko · DefiLlama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本周关键词：宏观反弹、监管关键周、Hyperliquid 份额提升、AI Agent 商业闭环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LP DISTRIBUTION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市场概览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54864" cy="9601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960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$70,950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49808" y="1536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+5.4%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86868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868680"/>
            <a:ext cx="54864" cy="9601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960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84448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$2,187.94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84448" y="1536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+6.6%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868680"/>
            <a:ext cx="54864" cy="9601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960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恐惧贪婪指数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19088" y="1188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132320" y="1261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极度恐惧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1097280"/>
                <a:gridCol w="42976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资产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$81.87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反弹偏弱，仍受安全事件折价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$41.05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永续 DEX 龙头，份额持续扩张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 beta 反弹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收益赛道情绪修复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DYDX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份额继续下滑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总市值 $2.49T，BTC 主导率 56.9%，24h 成交额 $77.0B。宏观停火窗口与油价下跌带动全市场 short covering。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2026.04.06–04.12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本周要闻 &amp; 行业动态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77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本周要闻 TOP 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261872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124358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停火窗口触发风险资产反弹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" y="146304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油价下跌 + 空头回补推高 BTC/ETH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" y="1920240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1901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Act 进入关键周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87552" y="212140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稳定币收益与 DeFi 定性成焦点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5216" y="2578608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560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 份额继续提升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7552" y="27797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 DEX/CEX 比率升至约 21%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5216" y="3236976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7552" y="321868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链上化加速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87552" y="343814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与 AgentFi 闭环逐渐成形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5216" y="3895344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387705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继续消化 Drift 余波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87552" y="409651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安全与治理折价仍未消退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822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&amp; Layer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20700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预告量子抗性 L1 Arc，瞄准合规金融底层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TVL 约 $5.6B，L2 三强格局更稳固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Ether.fi 将约 $5.7B 生态迁移至 OP Mainnet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SKALE on Base 上线，承接 AI Agent 需求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7889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&amp; 永续合约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17296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 TVL 升至约 $8B，成为收益资金锚点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Aave 市占率约 30%，流动性进一步集中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 30 日成交额 $185.5B，市占率约 34%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Aster 成为第二梯队领先者，赛道头部化加速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2026.04.06–04.12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监管政策 &amp; 投融资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37490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77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监管与政策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Act 关键推进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稳定币收益与 DeFi 边界是争议核心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批准 Nasdaq 代币化证券试点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305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传统证券上链进入更实质阶段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香港首批稳定币牌照发放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249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亚洲合规稳定币竞争升温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英国禁止加密政治捐款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192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政治资金监管趋严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SEC/CFTC 非证券框架开始执行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9136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现货与协议行为边界更清晰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822960"/>
            <a:ext cx="54864" cy="37490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877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投融资与并购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25880"/>
          <a:ext cx="3749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82296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金额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Pharos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RWA / DePIN 导向 L1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BVNK + Mastercard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稳定币支付整合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Ozak AI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$6.65M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金融分析代理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Kulipa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$6.2M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非托管钱包支付卡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846320" y="3063240"/>
            <a:ext cx="3749040" cy="777240"/>
          </a:xfrm>
          <a:prstGeom prst="rect">
            <a:avLst/>
          </a:prstGeom>
          <a:solidFill>
            <a:srgbClr val="FFF8E7"/>
          </a:solidFill>
          <a:ln w="12700">
            <a:solidFill>
              <a:srgbClr val="FFF8E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46320" y="3063240"/>
            <a:ext cx="54864" cy="7772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47488" y="31821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一级市场仍在集中投向三条主线：稳定币支付、RWA 底层、AI+Crypto。传统金融并购开始直接买“有现金流的加密基础设施”。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2026.04.06–04.12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安全事件 &amp; 重点赛道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安全事件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37033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914400"/>
                <a:gridCol w="19202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损失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Drift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$280M–$285M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社工 + durable nonce + 假资产白名单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Resolv Labs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~$25M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KMS 被攻破后触发铸币漏洞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Stabble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预警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疑似 DPRK 内部人风险，团队提示撤资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稳定币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总市值突破 $250B，行业体量进入核心金融基础设施区间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香港发放首批稳定币发行牌照，亚洲合规竞争升温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美国对收益包装的监管边界仍未最终落定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822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× Crypto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0" y="120700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AgentFi 从叙事进入真实资金管理与交易执行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AlphaTON 为 TON AI 算力网络融资 $43M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Covenant AI 退出 Bittensor，暴露治理争议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被视为 Agent 商业闭环关键支付标准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27889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预测市场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46320" y="317296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 / Kalshi 被重新理解为数据基础设施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 相关市场对现货走势反应极快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地缘政治与能源合约吸收大量新增流动性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Robinhood、IBKR、Crypto.com 持续扩张入口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2026.04.06–04.12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 催化剂 &amp; 周度展望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56692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011680"/>
                <a:gridCol w="1234440"/>
                <a:gridCol w="14630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影响资产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预期影响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4/13–4/18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CLARITY Act 关键推进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稳定币 / DeFi / 全市场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监管预期重定价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4/15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STRK 解锁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STRK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中等供给压力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4/16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ARB 解锁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ARB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 板块波动放大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4/17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deBridge 大额解锁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DBR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高供给冲击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4/17–4/24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Flare FIP.16 投票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影响通胀与质押逻辑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4/27–4/29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Bitcoin 2026 大会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BTC / BTCFi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潜在机构催化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914400"/>
            <a:ext cx="2377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55080" y="914400"/>
            <a:ext cx="237744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37960" y="914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周度总结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65392" y="1353312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市场从系统性恐慌切回结构性修复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监管是未来两周最重要外部变量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组合相关赛道里，HYPE 继续最强，PENDLE/ENA 随风险偏好修复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若法案推进顺利，稳定币、DeFi、RWA 有望先获估值重估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537960" y="3246120"/>
            <a:ext cx="1874520" cy="822960"/>
          </a:xfrm>
          <a:prstGeom prst="rect">
            <a:avLst/>
          </a:prstGeom>
          <a:solidFill>
            <a:srgbClr val="FFF8E7"/>
          </a:solidFill>
          <a:ln w="12700">
            <a:solidFill>
              <a:srgbClr val="FFF8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0" y="34015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组合观察：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 维持强势主线，PENDLE/ENA 属于风险偏好回暖下的弹性修复。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2026.04.06–04.12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42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加密市场周报 2026.04.06–04.12</dc:title>
  <dc:subject>Crypto Weekly Digest</dc:subject>
  <dc:creator>42</dc:creator>
  <cp:lastModifiedBy>42</cp:lastModifiedBy>
  <cp:revision>1</cp:revision>
  <dcterms:created xsi:type="dcterms:W3CDTF">2026-04-12T17:27:48Z</dcterms:created>
  <dcterms:modified xsi:type="dcterms:W3CDTF">2026-04-12T17:27:48Z</dcterms:modified>
</cp:coreProperties>
</file>