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本周英文版封面要传达的核心不是“市场全面转牛”，而是一次典型的 macro relief rally。停火窗口带来的油价回落，先修复的是风险偏好和空头仓位，而不是所有基本面问题都解决了。
2. 监管进入关键时点，是这份周报最需要 LP 理解的背景。现在市场在重新评估美国是否会真正给稳定币、DeFi、代币化证券一套更可执行的框架，这会直接影响资金愿不愿意从观望转向配置。
3. 行业内部最值得关注的是结构性赢家已经开始浮现，尤其是 Hyperliquid、Base、以及 AI Agent 支付轨道。这些方向背后都有真实用户和真实工作负载，不再只是叙事。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BTC 与 ETH 同时走强，尤其 ETH 跑赢 BTC，说明这轮上涨并非只有避险式回补，而是部分资金开始提前布局具有后续催化剂的核心资产。市场愿意为“有升级、有机构配置空间”的资产支付更高弹性。
2. Fear &amp; Greed 虽然仍在 Extreme Fear，但已经从更低的极端位置回升。这种状态通常对应“市场不再恐慌性抛售，但还没有重建趋势信仰”。因此策略上更适合结构性配置，不适合把单周反弹外推成趋势行情。
3. Portfolio watchlist 里，HYPE 明显最强，PENDLE 和 ENA 属于风险偏好修复带来的弹性回升，DYDX 继续相对弱势。这说明资金在赛道内部也在集中，未来如果市场再有增量，强者可能继续吃掉大部分贝塔。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这页的重点是行业内部的“胜者集中”。Base、Aave、Hyperliquid 都在各自子赛道继续强化网络效应。震荡市里，用户和流动性更倾向于向头部平台收缩，这种集中化通常会让龙头的商业模式变得更清晰。
2. Hyperliquid 的持续扩张说明链上衍生品正在从边缘市场变成主流市场基础设施。Perp DEX/CEX 比率升到约 21%，意味着越来越多交易者愿意把高频核心交易放在链上完成，这对交易费收入、清算逻辑和长期估值都很关键。
3. L1/L2 竞争也在变化。市场不再只看性能参数，而是看谁能承接稳定币、RWA、AI agent 这些真实需求。Circle 的 Arc、SKALE on Base、Ether.fi 的迁移，本质上都是在争夺“下一阶段真实工作负载会落在哪条链”。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Regulation is the key near-term valuation driver. 如果 CLARITY Act 能在未来几周形成更明确的进展，市场会优先重估稳定币、DeFi 和代币化证券相关资产，因为这些资产过去一直承受合规折价。
2. Nasdaq tokenized securities pilot 的价值不在于短期成交量，而在于监管层第一次允许传统证券市场以更具体的方式试水上链。这会让市场开始认真讨论“哪条链、哪类托管、哪类合规基础设施”能承接未来的真实证券流通。
3. Fundraising and M&amp;A are confirming the same pattern: capital is no longer chasing empty narratives. 传统支付公司和金融基础设施玩家开始直接买入 stablecoin rails，而一级市场持续给 RWA 和 AI+Crypto 供血，说明行业的增长逻辑正从 token beta 迁移到 infrastructure alpha。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Security is still the most underpriced systemic risk in crypto. Drift 的案例说明，真正危险的不只是 smart contract bug，而是权限设计、人员安全、签名流程、云基础设施等“链下攻击面”。未来市场会继续给安全架构薄弱的协议打折。
2. Stablecoins and AI × Crypto are converging into the same long-term story: who controls settlement and execution for real on-chain economic activity. 稳定币提供结算层，AI agent 提供自动执行层，如果支付标准成熟，两者会形成很强的复利网络效应。
3. Prediction markets are evolving from speculative products into real-time information infrastructure. 它们越来越像可以量化的预期数据层。对投资研究而言，这种市场化概率信号未来会越来越重要，特别是在宏观、监管和事件驱动交易中。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本页最重要的三件事：
1. The next 1–2 weeks are mainly about two forces: regulation and supply. 如果 CLARITY Act 推进顺利，市场会优先修复那些长期被政策不确定性压制的赛道；如果法案受阻，市场很可能重新回到“只买最安全资产”的状态。
2. Unlocks are important because the market is still fragile. STRK、ARB、DBR 这些供给事件本身未必改变长期方向，但在成交量尚未完全恢复的环境里，会显著放大短期波动。所以 timing 和 position sizing 仍然很重要。
3. Portfolio-wise, HYPE remains the clearest structural winner because it is tied to the long-term rise of on-chain derivatives. PENDLE and ENA are more sentiment-sensitive. 如果监管和宏观环境继续改善，它们可能继续补涨；若环境再次恶化，资金大概率会重新回到 BTC 和少数龙头现金流资产。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1732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6 – April 12,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Messari · The Block · CoinGecko · DefiLlama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Themes: macro relief rally, regulatory inflection, Hyperliquid share gains, AI agent payment rails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LP DISTRIBUTION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Market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$70,950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980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+5.4%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68680"/>
            <a:ext cx="54864" cy="9601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960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$2,187.94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84448" y="15361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+6.6%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868680"/>
            <a:ext cx="2560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68680"/>
            <a:ext cx="54864" cy="9601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960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&amp; Greed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132320" y="1261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Fear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42976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Still trading with security overhang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Perp DEX leader, share still rising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beta rebound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sector recovery bounce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DYDX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Continued share 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cap at $2.49T, BTC dominance 56.9%, 24h volume $77.0B. Macro de-escalation and lower oil drove short covering.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 Top Stories &amp; Industry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STORIES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261872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261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24358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ceasefire rally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1463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down, short squeeze lifts BTC and ETH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" y="1920240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enters critical week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rewards and DeFi status in focus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5216" y="2578608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60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extends leadership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27797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 DEX/CEX ratio rises to ~21%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5216" y="3236976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7552" y="321868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move on-chain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7552" y="343814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and AgentFi rails start to close the loop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5216" y="3895344"/>
            <a:ext cx="274320" cy="27432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8770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still digesting Drift fallout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7552" y="40965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governance remain key discounts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&amp; Layer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previews quantum-resistant L1 Arc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TVL around $5.6B, L2 market further consolidates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Ether.fi migrates roughly $5.7B ecosystem to OP Mainnet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SKALE on Base launches for AI agent workloads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&amp; Perp DEXes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 TVL rises to roughly $8B as yield capital rotates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commands about 30% of DeFi market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Hyperliquid hits $185.5B in 30d volume, about 34%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Aster emerges as the strongest second-tier venue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 Regulation &amp; Fundraising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&amp; Policy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Act critical window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 rewards and DeFi classification remain key issues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approves Nasdaq tokenized securities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 capital markets move closer to reality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grants first stablecoin licenses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 regulated competition is accelerating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bans crypto political donations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192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Election-related oversight is tightening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SEC/CFTC non-security framework begins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market rules are becoming clearer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3749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877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&amp; M&amp;A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258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Pharos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RWA / DePIN-focused L1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BVNK + Mastercard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 payments consolidation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Ozak AI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$6.65M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financial agents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Kulipa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Non-custodial wallet cards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846320" y="3063240"/>
            <a:ext cx="3749040" cy="77724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74920" y="32186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Primary-market capital remains concentrated in three themes: stablecoin payments, RWA rails, and AI-integrated crypto infrastructure.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Security &amp; Key Sectors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Incidents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37033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14400"/>
                <a:gridCol w="1920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3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Drift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$280M–$285M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Social engineering + durable nonce + fake asset whitelist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 Labs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~$25M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KMS compromise enabled mint exploit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Stabble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flagged suspected DPRK insider risk</a:t>
                      </a:r>
                      <a:endParaRPr lang="en-US" sz="9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Stablecoins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 cap above $250B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grants first issuer licenses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reward-wrapper debate remains unresolved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822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Crypto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20700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AgentFi moves into real treasury and execution use cases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AlphaTON raises $43M for TON-focused decentralized compute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AI exits Bittensor, exposing governance concerns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remains the key payment rail to watch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88920"/>
            <a:ext cx="4114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172968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and Kalshi increasingly treated as data infra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BTC-linked markets reprice quickly with spot moves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and geopolitics absorb major new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Robinhood, IBKR, Crypto.com continue expanding access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2026.04.06–04.12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Catalysts &amp; Outlook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5669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011680"/>
                <a:gridCol w="1234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13–18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CLARITY Act push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Stablecoins / DeFi / broad market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Regulatory repricing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15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 unlock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supply pressure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 unlock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ARB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L2 volatility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17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deBridge unlock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 supply shock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17–24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Flare FIP.16 vote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 inflation and staking logic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27–29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Bitcoin 2026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 / BTCfi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institutional catalyst</a:t>
                      </a:r>
                      <a:endParaRPr lang="en-US" sz="9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B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914400"/>
            <a:ext cx="2377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55080" y="914400"/>
            <a:ext cx="237744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10528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65392" y="1353312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shifted from panic to selective repair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is the key external variable for the next 2 weeks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remains the strongest portfolio-linked trend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PENDLE / ENA are recovery-beta trades if sentiment improves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37960" y="3246120"/>
            <a:ext cx="1874520" cy="822960"/>
          </a:xfrm>
          <a:prstGeom prst="rect">
            <a:avLst/>
          </a:prstGeom>
          <a:solidFill>
            <a:srgbClr val="FFF8E7"/>
          </a:solidFill>
          <a:ln w="12700">
            <a:solidFill>
              <a:srgbClr val="FFF8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34015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lens: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stays structurally strongest; PENDLE and ENA are leverage to improving risk appetite.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800600"/>
            <a:ext cx="8321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Market Weekly | 2026.04.06–04.12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42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Market Weekly Report 2026.04.06–04.12</dc:title>
  <dc:subject>Crypto Weekly Digest</dc:subject>
  <dc:creator>42</dc:creator>
  <cp:lastModifiedBy>42</cp:lastModifiedBy>
  <cp:revision>1</cp:revision>
  <dcterms:created xsi:type="dcterms:W3CDTF">2026-04-12T17:27:54Z</dcterms:created>
  <dcterms:modified xsi:type="dcterms:W3CDTF">2026-04-12T17:27:54Z</dcterms:modified>
</cp:coreProperties>
</file>