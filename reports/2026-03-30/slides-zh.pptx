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本周加密市场周报覆盖 2026年3月30日至4月5日。本周市场在“极度恐惧”情绪中延续低波动整固，BTC 维持 $65K–$70K 区间震荡。本周最重大事件为 Drift Protocol 遭受 $2.85 亿攻击，为 2026 年迄今最大单笔安全事件。监管方面，美国财政部发布 GENIUS Act 实施细则，CLARITY Act 稳定币收益妥协方案接近达成，监管框架正在加速落地。Aave V4 主网上线和 Solana Alpenglow 升级则代表了技术层面的重要进展。恐惧贪婪指数低至 12，反映市场情绪极度低迷，但基本面改善信号正在累积。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BTC 本周在 $65,000–$70,000 区间内窄幅震荡，周四一度测试 $69,000 阻力后回落，周涨幅仅 +1.1%。ETH 在 $2,020–$2,140 窄幅波动，周涨 +3.0% 表现略优于 BTC，但 ETF 净流出 $42M 显示机构对 ETH 的态度仍偏谨慎。
山寨币普遍回调：HYPE -9.0%、ENA -14.4%、PENDLE -12.4%，反映风险偏好极度收缩。DYDX 是少数正收益资产（+7.3%），主要受技术反弹驱动。
恐惧贪婪指数低至 12，处于“极度恐惧”区间。这是自 FTX 崩盘以来最低水平之一。但值得注意的是，极度恐惧历史上往往是较好的逾期买入点。宏观环境不利——美联储维持高利率且上调通胀预测，叠加地缘政治风险（伊以冲突升级），压制了风险资产的价格表现。
Drift Protocol $2.85 亿攻击是本周最大黑天鹅事件，直接导致 SOL 成为主要资产中表现最差者，网络月活地址下降 11%。这也引发了对 DeFi 安全性和预言机操纵风险的广泛讨论。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Drift Protocol $2.85 亿攻击是本周最重大的黑天鹅事件。攻击者为朝鲜 Lazarus 集团，通过六个月的社会工程学渗透，伪装量化交易公司诱导多签持有者预签交易，然后伪造资产操纵预言机价格，12分钟内完成攻击。这暴露了多签钱包安全性和预言机操纵的双重风险。
监管方面，GENIUS Act 实施细则和 CLARITY Act 妥协方案代表了美国加密监管框架的实质性进展。财政部要求稳定币发行方维持 12 个月运营费用缓冲的要求相当严格，可能将淡出小型发行方。CLARITY Act 稳定币收益禁令的妥协——禁止被动持有收益但允许基于活动的激励——是对 Circle 等依赖储备利息收入的公司的重大利好。
Aave V4 的模块化架构是 DeFi 协议向机构化进化的标志性事件。BGD Labs 退出反映了 DeFi 治理中核心贡献者与 DAO 之间的结构性紧张关系。
Hyperliquid 进入全球衍生品前十是永续 DEX 赛道的里程碑事件，Q1 $4927亿的交易量证明链上衍生品已从边缘产品成长为主流交易场所。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监管方面，本周是美国加密监管框架落地的关键一周。GENIUS Act 实施细则要求稳定币发行方维持 1:1 储备和 12 个月运营费用缓冲，这是美国首个全面的稳定币监管框架。对于 Tether 和 Circle 等大型发行方而言合规成本可控，但小型发行方可能被迫退出市场。
CLARITY Act 稳定币收益妥协方案是重大利好，因为它保留了基于活动的激励机制，这意味着 DeFi 协议仍可以通过合规方式提供稳定币收益。Circle 股价在上周暴跌 20% 后，这一妥协消息可能提供一定缓解。
CFTC 新任执法主管宣布不再以诉讼设定政策，标志着美国正式从“执法代监管”模式转向规则制定模式。
Kraken 获美联储主账户是里程碑事件，意味着加密原生机构首次获得与传统银行同等的支付系统访问权限。Charles Schwab 开放加密交易则代表传统券商开始切入零售市场。
投融资方面，ZeroStack 对 0G 生态的 $1.07 亿投资和 Franklin Templeton 收购 250 Digital 反映了传统金融加速布局加密资产基础设施的趋势。MicroStrategy 3月增持 44,377 BTC占企业净增量的94%，显示其激进的 BTC 累积策略仍在继续。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安全事件：本周是 2026 年迄今损失最严重的一周，总损失超过 $3.1 亿。Drift Protocol $2.85 亿攻击是年度最大单笔事件，攻击方式极为复杂：六个月社工渗透 + 预言机操纵 + 多签入侵。这揭示了当前 DeFi 安全模型的根本性缺陷——仅依赖链上安全审计是不够的，链下运营安全（人员、密钥管理、多签流程）同样关键。
Resolv 的“影子传染”效应更值得警惕——单个稳定币的脱锚通过抵押品链引发 Morpho Blue、Euler、Fluid 等多个协议的坏账，显示 DeFi 组合性风险仍然被低估。
AI × Crypto 赛道本周表现亮眼，在大盘极度恐惧的背景下 AI 代币逆势上涨。TAO +73% 的涨幅反映了去中心化机器学习获得企业级采用的叙事动力。ZeroStack 对 0G 的 $1.07 亿投资是传统金融机构布局去中心化算力的里程碑。
预测市场行业规模爆发式增长，3月总量达 $257 亿。但 CFTC 与州政府的管辖权争夺将在未来数月内持续影响行业发展方向。Polymarket 获 ICE $20 亿投资估值达 $90 亿，显示传统金融对预测市场的认可。
稳定币交易量 3月达 $7.5 万亿超越 ACH 网络是历史性时刻，证明稳定币已从加密原生工具升级为主流支付基础设施。USDC 与 USDT 的供应分化加剧，反映了市场对透明度和合规性的偏好转变。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未来两周催化剂分析：
1. HYPE 解锁（4/6）—— 约 2.65% 流通量解锁，对我们的持仓直接相关。在当前极度恐惧的市场环境下，解锁压力可能被放大。但 Hyperliquid 进入全球衍生品前十和 Grayscale ETF S-1 申报提供了正面叙事对冲。
2. CLARITY Act 委员会审议（4月中旬）—— 稳定币收益禁令的最终形态将对 Circle、Coinbase 等企业产生深远影响。如果如市场预期般通过，将为稳定币行业提供期待已久的监管确定性。
3. 91项 ETF 申请后续—— 3/27 截止后，SOL、XRP、LTC、DOGE 现货 ETF 的审批动态将显著影响相关资产价格。机构资金通道打开将为山寨币市场带来结构性变化。
总体评估：市场处于 FGI=12 的极度恐惧区间，但基本面改善信号明确——监管框架加速落地、传统金融机构加速入场（Schwab、Franklin Templeton）、DeFi 协议向机构化进化（Aave V4）、AI 赛道爆发。情绪与基本面的背离表明我们可能处于周期后期恐惧阶段，历史上这往往是较好的逾期布局窗口。保持当前仓位，重点监控 HYPE 解锁和 Drift 攻击后续影响。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2026年3月30日 — 4月5日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CoinGlass · DefiLlama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$67,197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$2,050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极度恐惧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3716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周涨跌幅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$79.45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Drift攻击冲击生态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$35.47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Q1总量 $4927亿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收益代币赛道承压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随大盘走弱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技术反弹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宏观驱动：美联储维持利率 3.50%–3.75%，上调通胀预测；Drift $2.85亿攻击打击 Solana 生态信心；市场情绪维持“极度恐惧”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2026.03.30–04.05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6187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Protocol 遭 $2.85亿攻击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Lazarus集团社工+预言机操纵，12分钟完成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财政部发布 GENIUS Act 实施细则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 1:1 储备 + 12个月运营费用缓冲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稳定币收益妥协接近达成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禁止被动收益，允许基于活动的激励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3697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V4 主网上线 + BGD Labs 退出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 hub-and-spoke 架构，机构信贷三中心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9534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Alpenglow 获 98% 验证者批准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终局性 ~400ms → 100–150ms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占 L2 DEX 交易量 50%，TVL $41.5亿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“Stablechains”新叙事：a16z 领投 Better Money $1000万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Monad TVL 突破 $3.5亿，但 FDV 下行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Cosmos 生态受挫：Leap Wallet 宣布关闭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V4 主网上线，模块化三中心架构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Lido V3 stVaults：EarnETH + EarnUSD 多元收益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Q1 $4927亿，进入全球衍生品前十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TVL ~$92–93B；RWA 持续增长至 $170亿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2026.03.30–04.05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GENIUS Act 实施细则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财政部 4/1 发布，1:1 储备 + 12月运营缓冲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妥协方案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禁被动收益，允活动激励；委员会审议4月下旬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 政策转向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新任执法主管宣布不再以诉讼设定政策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银行基础设施突破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Kraken 获美联储主账户；Ripple/Crypto.com 获OCC牌照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 Schwab 开放加密交易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 开放 BTC/ETH 等待名单，Q2正式上线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ZeroStack/0G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生态投资，21%供应量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A，RWA流动性层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Keyrock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估值$11亿，Ripple参投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Franklin/250D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M&amp;A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组建 Franklin Crypto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44,377 BTC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3月增持，占企业净94%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108960"/>
            <a:ext cx="3749040" cy="640080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108960"/>
            <a:ext cx="54864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矿企加速抛售 BTC 为 AI 转型融资：MARA 出售 15,133 BTC，Riot 出售 $2.9亿 BTC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2026.03.30–04.05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安全事件 &amp; 热点赛道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  |  周损失: &gt;$3.1亿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6459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 Protocol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社工+预言机操纵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 影子传染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AWS密钥泄露+连锁坏账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SIREN Rug Pull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&gt;$1亿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50%供应集中操控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Venus Protocol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$218万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混合链上/链下攻击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AI代币逆势上涨：FET/Virtuals +35–45%，TAO +73%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ZeroStack 投入 $1.07亿布局 0G AI生态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Render接入 NVIDIA Blackwell B200架构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6974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1089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行业3月总量 $257亿，Kalshi $131亿领先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Polymarket估值$90亿，获ICE $20亿投资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CFTC起诉三州，争夺预测市场联邦管辖权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总市值 ~$3250亿；3月交易量 $7.5万亿超越 ACH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USDC供应+$20亿 vs USDT-$30亿，分化加剧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2026.03.30–04.05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未来催化剂 &amp; 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Hyperliquid 代币解锁 ~2.65%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Aptos 解锁 1130万 APT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 ~0.68%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4/15-16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Paris Blockchain Week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MiCA讨论+机构采用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 Act 委员会审议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收益禁令定调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91项 ETF 申请后续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SOL/XRP/LTC 审批动态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LayerZero 解锁 2570万 ZRO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供给压力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香港 Web3 Festival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C9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亚洲年度峰会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88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本周小结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市场情绪维持“极度恐惧”（FGI=12），BTC 窄幅震荡，山寨币普跌。Drift $2.85亿攻击为年度最大安全事件。监管框架加速落地（GENIUS Act、CLARITY Act、Schwab开放加密交易）。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重点关注：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4/6 HYPE 解锁（持仓相关）、CLARITY Act 委员会审议、AI赛道逆势表现、Drift攻击后续影响。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2026.03.30–04.05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2026.03.30–04.05</dc:title>
  <dc:subject>PptxGenJS Presentation</dc:subject>
  <dc:creator>42</dc:creator>
  <cp:lastModifiedBy>42</cp:lastModifiedBy>
  <cp:revision>1</cp:revision>
  <dcterms:created xsi:type="dcterms:W3CDTF">2026-04-05T17:23:31Z</dcterms:created>
  <dcterms:modified xsi:type="dcterms:W3CDTF">2026-04-05T17:23:31Z</dcterms:modified>
</cp:coreProperties>
</file>