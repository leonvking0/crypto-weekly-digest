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2026年3月9日 — 3月15日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数据来源：Messari · The Block · CoinGecko · CoinGlass · DefiLlama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$71,434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+6.3%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$2,092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恐惧贪婪指数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极度恐惧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周涨跌幅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Alpenglow 升级利好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$37.13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表现最强，HyperEVM生态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跟随大盘回暖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超跌反弹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宏观驱动：美伊地缘冲突触发闪崩（BTC触及$62,400）→ 机构资金流入+监管利好双重驱动修复 | 总市值 $2.51T | BTC主导率 57.0%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2026.03.09–03.15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SEC与CFTC签署联合监管MOU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结束多年管辖权之争，开启统一监管时代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 $7.5亿回购，估值$500亿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私营公司财富500强级别资本运营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地缘政治闪崩与修复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美伊冲突触发BTC急跌至$62,400后迅速反弹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36976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Alpenglow升级获批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交易最终性从12.8秒缩短至100-150毫秒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895344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SEC撤销BitClout/DeSo诉讼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监管策略转向合规指导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Alpenglow: 98.27%质押者批准，最终性→100ms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TVL突破$2.1B，Q1翻倍增长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Monad主网实测持续10,000 TPS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Base加速自研架构转型，脱离OP Stack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V4 “Hub and Spoke”跨链统一流动性架构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BlackRock质押ETH ETF (ETHB)上线Nasdaq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OI峰值$6.48B，进入全球Top10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永续EX市场份额达10.2%，结构性提升确认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2026.03.09–03.15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SEC与CFTC联合监管MOU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信息共享、联合审查、统一定义框架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SEC代币分类指引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提交白宫，从诉讼执法转向规则制定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CFTC启动Project Crypto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与SEC合作建立统一加密资产分类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财政部DeFi风险报告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建议“暂扣法”，明确DeFi参与者AML责任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稳定币收益禁令辩论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参议院审议130+修正案，拟禁散户收益型稳定币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Ripple回购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估值$50B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ASTER解锁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~$56M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3/17释放7,814万枚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LayerZero ZRO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3/20解锁，占市值2.47%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OTC出售5,000 ETH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2834640"/>
            <a:ext cx="3749040" cy="777240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2834640"/>
            <a:ext cx="54864" cy="7772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2880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上季度融资额下降62%，但单笔平均飙升272%至$3,400万。行业M&amp;A预计2026年突破$370亿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2026.03.09–03.15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安全事件 &amp; 热点赛道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  |  周损失: ~$81M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5544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损失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Aave滑点交易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极端滑点/MEV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Aave预言机故障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$27.78M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配置错误(已赔偿)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 Protocol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未审计合约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Bonk.fun DNS劫持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未披露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DNS+钓鱼脚本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234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Messari定义2026年为AI与区块链“系统级整合”元年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TRON加入Agentic AI Foundation，大型L1首次布局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ElizaOS成为AI Agent人格标准框架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6974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69748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31089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&amp; Kalshi瞄准$200亿估值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超短期合约日交易量$7,000万，Vitalik批评过度投机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监管反弹：内幕交易立法+犹他州拟重新分类为赌博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2004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收益型稳定币市值$22.7B，增速超市场15倍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Visa扩展USDC结算，Hashdex预测年底翻倍至$6000亿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2026.03.09–03.15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未来催化剂 &amp; 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1097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Neutron升级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跨链能力增强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ASTER Token Unlock ($56M)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FOMC利率决议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关键宏观事件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LayerZero ZRO解锁 ($45M)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供给压力，占市值2.47%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3/24-26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Asset Summit (纽约)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TradFi整合+AI融合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加密ETP最终截止日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多种代币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批准将开启新机构资金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3月底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Midnight主网上线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Cardano隐私侧链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54864" cy="1188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本周小结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地缘冲突触发闪崩后BTC强势反弹+6.3%，HYPE领涨+21.7%。SEC/CFTC联合监管MOU为行业带来重大正面信号，但FGI仍处“极度恐惧”，显示散户与机构严重分化。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3/18 FOMC利率决议（持仓相关）、ASTER/ZRO解锁压力、Aave预言机故障后行业安全机制反思。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2026.03.09–03.15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 2026.03.09–03.15</dc:title>
  <dc:subject>PptxGenJS Presentation</dc:subject>
  <dc:creator>42</dc:creator>
  <cp:lastModifiedBy>42</cp:lastModifiedBy>
  <cp:revision>1</cp:revision>
  <dcterms:created xsi:type="dcterms:W3CDTF">2026-03-15T19:09:40Z</dcterms:created>
  <dcterms:modified xsi:type="dcterms:W3CDTF">2026-03-15T19:09:40Z</dcterms:modified>
</cp:coreProperties>
</file>