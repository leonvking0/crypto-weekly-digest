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本周报覆盖2026年3月23日至29日。市场在地缘政治风险（伊以冲突升级、霍尔木兹海峡航运受阻）和特朗普关税政策加码的双重压力下，整体风险偏好极度低迷。恐惧贪婪指数降至8，为2022年Luna崩盘以来最低水平。
核心驱动因素：
1. 美联储将2026年PCE通胀预测上调至2.7%，降息预期进一步推迟
2. 伊朗威胁封锁曼德海峡，油价较冲突前暴涨25%+
3. 特朗普将全球关税提至15%
4. BTC/ETH/SOL ETF同日全线净流出，机构避险情绪明显
但监管端出现重大利好：SEC-CFTC联合规则正式将16种加密资产认定为数字商品，终结了长达十年的监管模糊地带。这为SOL/XRP现货ETF扫清了路径障碍。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市场概览深度分析：
1. BTC跌至$66,445，周跌3.5%：核心驱动是3月27日$141.6亿BTC期权到期，大量空头押注得到兑现。ETF单周净流出$296M，机构资金转为防御姿态。技术面上，$66,000是关键支撑位，若日线收盘跌破，可能打开向$50,000的下行通道。
2. ETH跌破$2,000心理关口：Fusaka升级后L1费用收入大幅下降，L2对主网的活动虹吸效应加剧。某创始人向Kraken转入约79,000 ETH增加了直接抛压。距8月高点已下跌60%，ETH/BTC汇率持续走弱。
3. 恐惧贪婪指数降至8-9，为极端恐惧区间：这一水平在历史上通常预示着中期底部区域，但需要宏观环境配合才能确认反转。当前伊以冲突未见缓和迹象，关税政策悬而未决，短期内可能维持低迷。
4. 总市值$2.37T，BTC主导率56.1%：山寨币表现普遍弱于BTC，资金向BTC集中避险。SOL虽获SEC商品分类利好，但价格尚未反映，说明宏观风险暂时压过了基本面改善。
5. HYPE逆势微涨2.3%：Hyperliquid作为永续DEX龙头表现出韧性，周费用收入$14M创新高，年化超$6亿。这验证了“有真实收入的协议在熊市中更抗跌”的逻辑。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本周要闻深度解读：
1. SEC-CFTC联合规则是加密行业监管里程碑。该规则于3月17日发布、3月23日生效，将BTC、ETH、SOL、XRP、ADA等16种代币认定为数字商品，由CFTC监管。SEC主席Paul Atkins正式承认“大多数加密资产本身不是证券”。这不仅终结了“以执法代监管”的时代，更为SOL和XRP现货ETF铺平了道路。对行业影响：项目方法律风险大幅降低，机构配置意愿提升。
2. CLARITY Act修订草案冲击稳定币赛道。参议院银行委员会拟禁止稳定币被动收益（“economically equivalent to interest”），直接打击Circle的商业模式——Circle 95%收入来自储备利息。股价暴跌20%，Coinbase连带下跌10%。后续发展：4月下旬全面委员会审议，如果通过将重塑整个稳定币行业的盈利模式。
3. Resolv USR攻击暴露了DeFi私钥管理的根本性风险。攻击者入侵AWS KMS中的特权私钥，以不足$20万抵押铸造8000万USR，17分钟内在Curve上脱锚至$0.025。此事件还引发Morpho上的连锁反应——多个借贷金库因预言机仍以$1.13估值USR而被掏空。
DeFi方面：Aave累计借贷突破$1万亿是DeFi信贷里程碑。但ACI退出治理事件反映了DAO治理模式的深层矛盾——投票权集中化问题可能成为DeFi下一个需要解决的系统性问题。ECB点名Aave、MakerDAO、Uniswap前100持币者控制超80%投票权，可能面临MiCA式监管。
Hyperliquid周费用$14M（+56%），年化超$6亿，原油永续合约日交易量超$22亿。这说明永续DEX的增长已不再局限于加密资产，正在向大宗商品和传统金融资产扩展。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监管与投融资深度分析：
监管方面：
1. SEC-CFTC联合规则是美国加密监管史上最重要的里程碑之一。它建立了五类资产分类体系（数字商品、数字收藏品、数字工具、稳定币、数字证券），并为挖矿、质押、无对价空投创建了明确的安全港条款。这意味着项目方不再需要猜测自己的代币是否会被SEC起诉为证券。对行业的长期影响是降低合规成本、吸引更多传统资金入场。
2. CLARITY Act修订草案拟禁止稳定币被动收益，这对Circle是毁灭性打击——其95%收入来自储备利息。如果通过，Circle要么彻底改变商业模式，要么面临收入归零。Coinbase作为Circle的主要分销渠道也受到牵连。但银行业对此乐见其成，因为稳定币收益直接威胁传统存款业务。这场博弈的结果将决定稳定币是成为“数字现金”还是“数字储蓄账户”。
3. NYSE与Securitize合作推出数字交易平台，SEC批准代币化美股24/7交易+链上结算，标志着传统金融基础设施正在主动拥抱区块链技术。
投融资方面：
1. Mastercard以约$18亿收购BVNK是本周最大交易，也是传统支付巨头最大规模的加密收购之一。这说明传统金融不再只是“观望”，而是在积极并购加密基础设施。
2. Kalshi $10亿E轮和Polymarket $6亿融资（ICE领投）表明预测市场赛道获得了空前的机构认可。ICE是纽交所的母公司，其投资Polymarket具有重大信号意义。
3. 本周22笔交易披露金额约$32.8亿，2026年加密M&amp;A预计将突破$370亿创纪录。这反映了行业整合加速和传统金融资本大规模涌入。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安全事件与热点赛道深度分析：
安全事件：
1. 伊朗交易所$9000万被盗事件的地缘政治背景：伊以冲突升级期间，国家级黑客活动显著增加。这不仅是金额问题，更反映了加密行业在地缘冲突中的脆弱性。中东地区的加密基础设施安全需要特别关注。
2. Resolv USR攻击的教训极为深刻：攻击者入侵的是AWS密钥管理服务（KMS）中的特权私钥，这暴露了DeFi协议过度依赖中心化云服务的风险。更严重的是，此事件在Morpho上引发了连锁反应——多个借贷金库因预言机价格滞后（仍以$1.13估值已崩盘的USR）而被掏空。这提醒我们：DeFi的可组合性在危机时刻会变成系统性风险的传导器。
3. 2026年YTD已发生103起安全事件+36起钓鱼诈骗，总损失约$4.8亿。社会工程学已超越代码漏洞成为主要攻击向量——这意味着技术审计不够，团队的安全运营和人员培训同样关键。
AI x Crypto：
NVIDIA GTC 2026后AI加密板块市值超$280亿。更重要的趋势是BTC矿企的集体转型：挖矿成本$79,995/BTC已远超市价$68K，每枚亏损约$19K。矿企已签署超$700亿AI/HPC合同，预计到年底AI收入占比将从不足15%升至70%+。这是加密挖矿行业的根本性转折——从能源消耗者转变为AI算力提供者。
预测市场：
Polymarket月度总量突破$210亿，是去年同期的7.5倍。CFTC将其纳入监管框架（自认证新市场规则）是重要里程碑——这意味着链上预测市场首次获得美国监管体系的正式认可。反内幕交易新规的出台也表明该赛道正在走向成熟和合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催化剂与展望深度分析：
最需要关注的催化剂：
1. 4/6 Hyperliquid核心贡献者解锁：这是持仓直接相关的事件。历史上，核心团队解锁往往伴随短期抛压。但Hyperliquid的基本面极强（周费用$14M、年化$6亿+），如果团队选择锁仓或做市而非抛售，可能成为信心催化剂。建议密切关注解锁前后的链上大额转账。
2. 4月下旬CLARITY Act全面委员会审议：这将决定稳定币赛道的命运。如果禁止收益条款通过，Circle、Coinbase等严重依赖储备利息收入的公司将面临商业模式重塑。反之，如果条款被修改或删除，稳定币板块可能迎来强劲反弹。
3. 4/28-29鲍威尔最后一次FOMC：作为鲍威尔任期内最后一次会议，市场将密切关注其对继任者的暗示和利率前瞻指引。如果释放鸽派信号，可能触发风险资产反弹。
4. Wormhole 6亿枚解锁（4/3）：占总供应量6%，价值超$9000万的供给压力。跨链桥赛道竞争激烈，需关注团队是否有缓冲机制。
本周总结：
市场处于多重利空共振期（地缘冲突+关税+通胀上修+ETF流出），恐惧指数降至极端区域。但监管端出现了加密行业历史上最清晰的利好（16种代币获商品认定）。这种基本面改善+短期情绪恶化的组合，历史上往往预示着中期的买入机会。关键是宏观环境何时改善——伊以冲突的走向和美联储的态度将是决定因素。
组合建议关注点：HYPE解锁风险管理、SOL现货ETF进展跟踪、PENDLE在收益代币赛道承压时的估值安全边际。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2026年3月23日 — 3月29日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DefiLlama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$66,445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-3.5%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$1,996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极度恐惧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周涨跌幅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$81.63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SEC商品分类利好尚未反映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$38.91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永续 DEX 龙头；周费用$14M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收益代币赛道承压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随大盘走弱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回购计划扩至75%净收入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宏观驱动：伊以冲突升级 + 特朗普关税15% + 美联储PCE上调2.7% → 风险资产普遍承压；BTC/ETH/SOL ETF同日全线净流出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2026.03.23–03.29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SEC-CFTC联合规则：16种加密资产获数字商品分类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终结十年监管模糊地带，为SOL/XRP ETF扫清障碍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Act禁止稳定币收益，Circle股价暴跌20%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市值蒸发$20亿，稳定币商业模式面临重塑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 USR被攻击：$2500万被盗、脱锚97.5%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AWS密钥被入侵，17分钟内崩盘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3697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地缘冲突+关税压块市场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伊以战争+特朗普15%关税，ETF同日全线净流出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9534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BTC矿企集体转型AI：挖矿成本$80K vs 币价$68K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已签约$700亿AI合同，出售15,000+BTC融资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16种代币获SEC-CFTC数字商品认定（BTC/ETH/SOL等）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TVL $41.5亿，占L2 DEX交易量约50%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 推出 Yield Boost，ETH自动通过Lido V3质押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L2/L1日活比降至1.12，较峨值10.43大幅回落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Aave累计借贷突破$1万亿，TVL $272.9亿，占借贷62.8%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TVL逆势上涨4.4%，链上资金韧性强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Hyperliquid占54%永续DEX市场，周费$14M（+56%）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dYdX回购扩至75%净收入，拟推合成股票合约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2026.03.23–03.29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SEC-CFTC联合数字商品规则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16种代币获商品认定，终结“以执法代监管”模式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Act修订草案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禁止稳定币被动收益，Circle股价暴跌20%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CFTC创新工作组成立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涵盖数字资产、AI、预测市场监管框架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众议院代币化听证会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金融服务委讨论区块链对资本市场的现代化作用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NYSE×Securitize数字交易平台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SEC批准代币化美股的24/7交易+链上稳定币结算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Mastercard×BVNK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传统金融深入加密基建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Kalshi E轮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事件交易平台估值创新高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Polymarket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ICE领投，传统金融背书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Scientific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JPM+大摩根信贷，AI芯片扩张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GSR收购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$5700万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收购Autonomous+Architech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108960"/>
            <a:ext cx="3749040" cy="64008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108960"/>
            <a:ext cx="54864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本周披露总额约$32.8亿，传统金融机构加速布局加密基建，预计2026年M&amp;A有望突破$370亿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2026.03.23–03.29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安全事件 &amp; 热点赛道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  |  YTD总损失: ~$4.8亿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554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伊朗交易所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~$9000万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疑国家级攻击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 USR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~$2500万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AWS密钥入侵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Infiniti/GhostClaw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未披露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恶意npm包+钱包排干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虚假稳定币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54,000+枚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银行授权诈骗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USDC交易量首超USDT（占比64%）；86%机构持有USDC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Act拟禁稳定币收益，Tether启动全面审计反击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GTC余震：黄仁勋宣布“已达 AGI 水平”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AI加密板块市值超$280亿，TAO $34亿领跑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矿企振动成本$80K vs 币价$68K，已签$700亿AI合同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69748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31089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Polymarket: 11,176个活跃市场，月84万活跃钱包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月度总量突破$210亿，Kalshi完成$10亻E轮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CFTC将Polymarket纳入监管框架，反内幕交易新规生效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2026.03.23–03.29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未来催化剂 &amp; 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Wormhole 6亿枚解锁（6%供应量）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 &gt;$9000万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Hyperliquid核心贡献者解锁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历史上高风险抛压类别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Starknet 1.27亿枚解锁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4月下旬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 Act全面委员会审议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稳定币收益禁令定调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4/28-29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鲍威尔最后一次FOMC会议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利率前瞻指引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4/29-30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TOKEN2049 Dubai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行业年度最大峰会之一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SOL/XRP现货ETF新进展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SOL/XRP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商品分类后ETF通道打开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88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本周小结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市场情绪处于“极度恐惧”（FGI=9），地缘政治风险和关税政策压制风险偏好。SEC-CFTC联合规则是重大长期利好，但短期未能转化为市场动力。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4/6 HYPE贡献者解锁（持仓相关）、CLARITY Act审议对稳定币赛道影响、伊以冲突走向对市场情绪的持续压制。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2026.03.23–03.29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2026.03.23–03.29</dc:title>
  <dc:subject>PptxGenJS Presentation</dc:subject>
  <dc:creator>42</dc:creator>
  <cp:lastModifiedBy>42</cp:lastModifiedBy>
  <cp:revision>1</cp:revision>
  <dcterms:created xsi:type="dcterms:W3CDTF">2026-03-30T02:30:20Z</dcterms:created>
  <dcterms:modified xsi:type="dcterms:W3CDTF">2026-03-30T02:30:20Z</dcterms:modified>
</cp:coreProperties>
</file>